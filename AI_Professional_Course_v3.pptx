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704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704" y="0"/>
            <a:ext cx="2438704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7409" y="0"/>
            <a:ext cx="2438704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6114" y="0"/>
            <a:ext cx="2438704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4819" y="0"/>
            <a:ext cx="24387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A"/>
                </a:solidFill>
                <a:latin typeface="Calibri"/>
              </a:defRPr>
            </a:pPr>
            <a:r>
              <a:t>Master the Tools That Are Changing Every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5-Day Practical Course  |  No Technical Background Needed  |  Mostly FREE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205740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5029200"/>
            <a:ext cx="2057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35+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5029200"/>
            <a:ext cx="205740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80% Hands-On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59" y="5029200"/>
            <a:ext cx="205740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Real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5029200"/>
            <a:ext cx="2057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Mostly 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Learn AI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9CF0"/>
                </a:solidFill>
                <a:latin typeface="Calibri"/>
              </a:defRPr>
            </a:pPr>
            <a:r>
              <a:t>AI is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From your phone to your office</a:t>
            </a:r>
            <a:br/>
            <a:r>
              <a:t>-- AI is already part of daily life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Save 30-50%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People using AI finish repetitive</a:t>
            </a:r>
            <a:br/>
            <a:r>
              <a:t>tasks in half the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Earn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AI-skilled freelancers in Pakistan</a:t>
            </a:r>
            <a:br/>
            <a:r>
              <a:t>earn PKR 200K-500K+ per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0604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A47"/>
                </a:solidFill>
                <a:latin typeface="Calibri"/>
              </a:defRPr>
            </a:pPr>
            <a:r>
              <a:t>Most Tools Are 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ChatGPT, DeepSeek, Gemini,</a:t>
            </a:r>
            <a:br/>
            <a:r>
              <a:t>Canva -- all have free versions!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You don't need to be technical. If you can use a phone, you can learn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Talk to AI like a pro (ChatGPT, Claude, Gemini)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Write powerful prompts that get great results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Create images, videos &amp; presentations with AI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Save hours on emails, notes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Build simple websites without coding knowledge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Automate boring repetitive tasks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Understand AI risks and use it safely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Find AI-powered career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5-Day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Assistants &amp;</a:t>
            </a:r>
            <a:br/>
            <a:r>
              <a:t>Prompt Writing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37160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Content Creation</a:t>
            </a:r>
            <a:br/>
            <a:r>
              <a:t>Writing &amp;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371600"/>
            <a:ext cx="201168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4104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Video, Voice</a:t>
            </a:r>
            <a:br/>
            <a:r>
              <a:t>&amp; Multimedia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496" y="1371600"/>
            <a:ext cx="20116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17536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Productivity</a:t>
            </a:r>
            <a:br/>
            <a:r>
              <a:t>&amp;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0928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30968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Careers, Ethics</a:t>
            </a:r>
            <a:br/>
            <a:r>
              <a:t>&amp;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9CF0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AI Assistants &amp; Prompt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Meet the AI Tools  |  Free Options  |  Write Better Prompts  |  Hands-On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an AI Assistant?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Think of it as a super-smart helper that can read, write and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It's like having a personal assistant available 24/7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You type a question or instruction --&gt; AI gives you an answer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write emails, summarize documents, translate languages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explain complex topics in simple words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help you with almost any work task -- for FREE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But remember: AI can make mistakes! Always double-check important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Best AI Chat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All of these have FREE versions -- no credit card needed!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26974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9CF0"/>
                </a:solidFill>
                <a:latin typeface="Calibri"/>
              </a:defRPr>
            </a:pPr>
            <a:r>
              <a:t>chat.openai.com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Most popular AI.</a:t>
            </a:r>
            <a:br/>
            <a:r>
              <a:t>Good at everything --</a:t>
            </a:r>
            <a:br/>
            <a:r>
              <a:t>writing, coding,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10312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0B981"/>
                </a:solidFill>
                <a:latin typeface="Calibri"/>
              </a:defRPr>
            </a:pPr>
            <a:r>
              <a:t>gemini.google.com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Connected to Google.</a:t>
            </a:r>
            <a:br/>
            <a:r>
              <a:t>Knows latest info.</a:t>
            </a:r>
            <a:br/>
            <a:r>
              <a:t>Most generous free tier!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6974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DeepSeek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3832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4AA"/>
                </a:solidFill>
                <a:latin typeface="Calibri"/>
              </a:defRPr>
            </a:pPr>
            <a:r>
              <a:t>deepseek.com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100% FREE to chat!</a:t>
            </a:r>
            <a:br/>
            <a:r>
              <a:t>Best for coding &amp; math.</a:t>
            </a:r>
            <a:br/>
            <a:r>
              <a:t>Rivals paid tools.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103120"/>
            <a:ext cx="26974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3774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Kimi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3832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8A47"/>
                </a:solidFill>
                <a:latin typeface="Calibri"/>
              </a:defRPr>
            </a:pPr>
            <a:r>
              <a:t>kimi.com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100% FREE to chat!</a:t>
            </a:r>
            <a:br/>
            <a:r>
              <a:t>Reads very long documents.</a:t>
            </a:r>
            <a:br/>
            <a:r>
              <a:t>Great for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More Free AI Tools You Should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Each tool does something special -- and all have free 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Perplexity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Like Google, but gives you a</a:t>
            </a:r>
            <a:br/>
            <a:r>
              <a:t>direct answer WITH sources.</a:t>
            </a:r>
            <a:br/>
            <a:r>
              <a:t>No more clicking 10 links!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73152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Claude (Anthropic)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Best for long documents &amp;</a:t>
            </a:r>
            <a:br/>
            <a:r>
              <a:t>detailed writing. Sounds very</a:t>
            </a:r>
            <a:br/>
            <a:r>
              <a:t>natural and human.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73152" cy="192024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Microsoft Copilot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57200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inside Word, Excel, PPT.</a:t>
            </a:r>
            <a:br/>
            <a:r>
              <a:t>Free version uses GPT-4 + can</a:t>
            </a:r>
            <a:br/>
            <a:r>
              <a:t>generate images (DALL-E 3)!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Grammarly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457200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Fixes your grammar, spelling</a:t>
            </a:r>
            <a:br/>
            <a:r>
              <a:t>and tone in real-time. Works</a:t>
            </a:r>
            <a:br/>
            <a:r>
              <a:t>everywhere you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NotebookLM -- Your AI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Upload any document and AI reads, explains &amp; discusses it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3657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Upload PDFs, Google Docs, websites, YouTube links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Ask questions -- AI answers using YOUR documents only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Shows exactly where each answer comes from (citations)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Creates summaries, flashcards, study guides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Can even create a podcast from your documents!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Free: 100 notebooks, 50 sources per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Audio Overview (Best Feature!)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>
                <a:solidFill>
                  <a:srgbClr val="FFD700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AI creates a podcast-style discussion about your docs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FFD700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Two AI hosts explain and discuss the content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FFD700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You can listen while driving, walking, or exercising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How to Use: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t>1. Go to notebooklm.google.com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t>2. Upload your document (PDF, Doc, URL)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t>3. Start asking questions or click Audio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a Prompt?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prompt is simply the instruction you give to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A prompt = Your message to AI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Think of AI like a new employee on their first day: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If you say: "Do the report" -- they won't know what you want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If you say: "Write a 1-page sales report for July, include total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revenue and top 3 products, use bullet points" -- MUCH better!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The better your instructions, the better AI's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1: The Prompt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Always include these 5 things in your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Bad Prompt (vague)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something about</a:t>
            </a:r>
            <a:br/>
            <a:r>
              <a:t>my business."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Good Prompt (specific)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"Write a 200-word Instagram caption for my bakery business in Lahore. Target audience: young professionals. Tone: friendly and casual. Include 3 relevant hashtags."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Formula: GOAL + CONTEXT + AUDIENCE + STYLE + OUTPUT FORMAT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More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See how adding details changes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a Teacher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4114800" cy="146304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"Make a quiz."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651760"/>
            <a:ext cx="6583680" cy="146304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7432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"Create a 10-question multiple choice quiz on Chapter 5 (Photosynthesis) for Class 9. Include 4 options per question and mark the correct answer."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a Business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4114800" cy="146304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"Write an email."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029200"/>
            <a:ext cx="6583680" cy="146304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512064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"Write a professional email to a client who hasn't paid their invoice for 30 days. Be polite but firm. Include the invoice number #2847 and deadline."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2: Make AI Think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Add 'Think step by step' to get smarter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Normal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"Should I open a tea stall</a:t>
            </a:r>
            <a:br/>
            <a:r>
              <a:t>or a juice shop?"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Step-by-Step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"I have PKR 300,000 to invest in Rawalpindi. Think step by step:</a:t>
            </a:r>
            <a:br/>
            <a:r>
              <a:t>1. Compare startup costs of a tea stall vs juice shop</a:t>
            </a:r>
            <a:br/>
            <a:r>
              <a:t>2. Compare monthly expenses</a:t>
            </a:r>
            <a:br/>
            <a:r>
              <a:t>3. Estimate daily customers for each</a:t>
            </a:r>
            <a:br/>
            <a:r>
              <a:t>4. Calculate which gives better profit</a:t>
            </a:r>
            <a:br/>
            <a:r>
              <a:t>5. Give me your recommendation with reasons"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This technique is called 'Chain of Thought' -- it makes AI think before answering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3: Teach AI by Giving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Show AI what you want -- it will copy your style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Example: You want AI to write product descriptions in YOUR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Your examples (you provide these):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Product: Kashmiri Chai Mix</a:t>
            </a:r>
            <a:br/>
            <a:r>
              <a:t>Description: "Warm your soul with our authentic Kashmiri chai -- hand-blended with real cardamom, cinnamon &amp; almonds. One sip and you're in the mountains."</a:t>
            </a:r>
            <a:br/>
            <a:br/>
            <a:r>
              <a:t>Product: Honey</a:t>
            </a:r>
            <a:br/>
            <a:r>
              <a:t>Description: "Pure mountain honey, straight from the beehives of Swat Valley. No sugar, no chemicals -- just nature's sweetest gift in every spoon."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Now ask AI: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"Now write a description for: Organic Green Tea -- using the same style as above."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4: Give AI a Complete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For important work, treat your prompt like a job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Real Example: Asking AI to Write a Client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AA"/>
                </a:solidFill>
                <a:latin typeface="Consolas"/>
              </a:defRPr>
            </a:pPr>
            <a:r>
              <a:t>You are a professional business consultant in Pakistan.</a:t>
            </a:r>
            <a:br/>
            <a:br/>
            <a:r>
              <a:t>Task: Write a proposal for a restaurant owner who wants a new website.</a:t>
            </a:r>
            <a:br/>
            <a:br/>
            <a:r>
              <a:t>Background: The restaurant is called 'Desi Flavors' in Islamabad.</a:t>
            </a:r>
            <a:br/>
            <a:r>
              <a:t>They have 50 menu items and want online ordering.</a:t>
            </a:r>
            <a:br/>
            <a:r>
              <a:t>Budget: PKR 200,000. Timeline: 4 weeks.</a:t>
            </a:r>
            <a:br/>
            <a:br/>
            <a:r>
              <a:t>Rules:</a:t>
            </a:r>
            <a:br/>
            <a:r>
              <a:t>  - Keep it under 1 page</a:t>
            </a:r>
            <a:br/>
            <a:r>
              <a:t>  - Use professional but friendly tone</a:t>
            </a:r>
            <a:br/>
            <a:r>
              <a:t>  - Include 3 packages (Basic, Standard, Premium)</a:t>
            </a:r>
            <a:br/>
            <a:r>
              <a:t>  - Show prices in PKR</a:t>
            </a:r>
            <a:br/>
            <a:br/>
            <a:r>
              <a:t>Format: Use headings, bullet points, and a simple pricing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Try these prompts right now!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Ask AI to explain your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"Explain what a [your job] does, in simple words that a 10-year-old can understand."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Summarize a long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"Summarize this article in 5 bullet points. Keep each point under 20 words."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79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39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Write a professional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34339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"Write a polite email to my boss requesting 3 days leave for a family wedding."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59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Translate with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44067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"Translate this business email from English to professional Urdu. Keep the formal tone."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Write a detailed prompt for the hardest task</a:t>
            </a:r>
            <a:br/>
            <a:r>
              <a:t>in your daily work.</a:t>
            </a:r>
            <a:br/>
            <a:br/>
            <a:r>
              <a:t>Compare results from ChatGPT, DeepSeek and Gemini.</a:t>
            </a:r>
            <a:br/>
            <a:r>
              <a:t>Which one gave the best answer?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AI for Content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Professional Writing  |  Free Image Tools  |  Image Anatomy  |  Presentations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Can Write Almost Anything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Just tell it what you need -- it writes the first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Emails &amp; Letters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professional emails from just a few bullet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Reports &amp; Proposals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Give AI your outline, it writes a complete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Social Media Posts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Instagram captions, LinkedIn posts, Twitter threads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Resume &amp; Cover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Tailored to any specific job description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English to Urdu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Professional translation in seconds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Study Notes &amp; 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Turn long chapters into short key points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Writing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See the difference details make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Weak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a LinkedIn post."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Professional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"Write a LinkedIn post about how I used AI to save 5 hours per week at my marketing agency. Tone: professional but conversational. Length: 150 words. End with a question to encourage comments. Include 3 relevant hashtags."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Always tell AI: WHAT to write, WHO it's for, HOW LONG, and WHAT TONE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Real Example: Writing an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Before and after using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What You Type (30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a professional email:</a:t>
            </a:r>
            <a:br/>
            <a:r>
              <a:t>- To: supplier</a:t>
            </a:r>
            <a:br/>
            <a:r>
              <a:t>- Topic: late delivery of 500 boxes</a:t>
            </a:r>
            <a:br/>
            <a:r>
              <a:t>- Tone: polite but firm</a:t>
            </a:r>
            <a:br/>
            <a:r>
              <a:t>- Ask for new delivery date</a:t>
            </a:r>
            <a:br/>
            <a:r>
              <a:t>- Mention this is 2nd delay"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What AI Writes (instant)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"Subject: Follow-Up on Delayed Order #4521</a:t>
            </a:r>
            <a:br/>
            <a:br/>
            <a:r>
              <a:t>Dear Mr. Ahmed,</a:t>
            </a:r>
            <a:br/>
            <a:br/>
            <a:r>
              <a:t>I hope this message finds you well. I am writing regarding our order #4521 for 500 boxes, which was originally scheduled for delivery on July 15th...</a:t>
            </a:r>
            <a:br/>
            <a:br/>
            <a:r>
              <a:t>[Complete professional email]"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You just wrote a perfect email in 30 seconds instead of 15 minutes!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Free AI Image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professional images without paying a single rupee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103120"/>
            <a:ext cx="214884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103120"/>
            <a:ext cx="21488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 (DALL-E)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291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9CF0"/>
                </a:solidFill>
                <a:latin typeface="Calibri"/>
              </a:defRPr>
            </a:pPr>
            <a:r>
              <a:t>chat.openai.com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Easy to use.</a:t>
            </a:r>
            <a:br/>
            <a:r>
              <a:t>Daily free image</a:t>
            </a:r>
            <a:br/>
            <a:r>
              <a:t>generations.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103120"/>
            <a:ext cx="214884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10312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91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gemini.google.com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Up to 100 images</a:t>
            </a:r>
            <a:br/>
            <a:r>
              <a:t>per day free!</a:t>
            </a:r>
            <a:br/>
            <a:r>
              <a:t>Best free option.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103120"/>
            <a:ext cx="214884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103120"/>
            <a:ext cx="2148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Ideogram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291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Calibri"/>
              </a:defRPr>
            </a:pPr>
            <a:r>
              <a:t>ideogram.ai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Best for text in</a:t>
            </a:r>
            <a:br/>
            <a:r>
              <a:t>images (logos,</a:t>
            </a:r>
            <a:br/>
            <a:r>
              <a:t>posters).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103120"/>
            <a:ext cx="214884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103120"/>
            <a:ext cx="214884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Leonardo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291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5A8E"/>
                </a:solidFill>
                <a:latin typeface="Calibri"/>
              </a:defRPr>
            </a:pPr>
            <a:r>
              <a:t>leonardo.ai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~30-40 free images</a:t>
            </a:r>
            <a:br/>
            <a:r>
              <a:t>per day. Great for</a:t>
            </a:r>
            <a:br/>
            <a:r>
              <a:t>artistic styles.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103120"/>
            <a:ext cx="214884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2103120"/>
            <a:ext cx="214884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291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A47"/>
                </a:solidFill>
                <a:latin typeface="Calibri"/>
              </a:defRPr>
            </a:pPr>
            <a:r>
              <a:t>canva.com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Templates + AI.</a:t>
            </a:r>
            <a:br/>
            <a:r>
              <a:t>Best for social</a:t>
            </a:r>
            <a:br/>
            <a:r>
              <a:t>media graphics.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No signup needed: Perchance.org -- unlimited free images, no account required!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to Write the Perfect Image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Every great image prompt has these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/ Who is in the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 Pakistani businesswoman presenting at a conference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70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Where is it happening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700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modern glass office building, city skyline in 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82696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46704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284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art style or 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2841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corporate photography, photorealistic, professional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41064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05072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LIGHTING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867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is it 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9867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soft natural window light, warm golden hour glow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99431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663439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6451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feeling it gives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645151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confident, powerful, inspiring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321808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Camera angle &amp; 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shot from slightly below, 85mm portrait lens, shallow depth of field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16168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980176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961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Technical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9618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high resolution, 4K, detailed, sharp focus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Complete Image Prompt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Putting all the parts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5A8E"/>
                </a:solidFill>
                <a:latin typeface="Calibri"/>
              </a:defRPr>
            </a:pPr>
            <a:r>
              <a:t>Weak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0BCD4"/>
                </a:solidFill>
                <a:latin typeface="Calibri"/>
              </a:defRPr>
            </a:pPr>
            <a:r>
              <a:t>"A shop."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5A8E"/>
                </a:solidFill>
                <a:latin typeface="Calibri"/>
              </a:defRPr>
            </a:pPr>
            <a:r>
              <a:t>Result: Generic, boring, unusable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Professional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9CF0"/>
                </a:solidFill>
                <a:latin typeface="Calibri"/>
              </a:rPr>
              <a:t>SUBJECT: </a:t>
            </a:r>
            <a:r>
              <a:rPr sz="1400">
                <a:solidFill>
                  <a:srgbClr val="B0BCD4"/>
                </a:solidFill>
                <a:latin typeface="Calibri"/>
              </a:rPr>
              <a:t>A traditional Pakistani spice shop with a friendly shopkeeper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AA"/>
                </a:solidFill>
                <a:latin typeface="Calibri"/>
              </a:rPr>
              <a:t>SETTING: </a:t>
            </a:r>
            <a:r>
              <a:rPr sz="1400">
                <a:solidFill>
                  <a:srgbClr val="B0BCD4"/>
                </a:solidFill>
                <a:latin typeface="Calibri"/>
              </a:rPr>
              <a:t>in a busy old bazaar of Lahore, colorful spice bags hanging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STYLE: </a:t>
            </a:r>
            <a:r>
              <a:rPr sz="1400">
                <a:solidFill>
                  <a:srgbClr val="B0BCD4"/>
                </a:solidFill>
                <a:latin typeface="Calibri"/>
              </a:rPr>
              <a:t>street photography, documentary style, vibrant colors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8A47"/>
                </a:solidFill>
                <a:latin typeface="Calibri"/>
              </a:rPr>
              <a:t>LIGHTING: </a:t>
            </a:r>
            <a:r>
              <a:rPr sz="1400">
                <a:solidFill>
                  <a:srgbClr val="B0BCD4"/>
                </a:solidFill>
                <a:latin typeface="Calibri"/>
              </a:rPr>
              <a:t>warm afternoon sunlight streaming through the alley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5A8E"/>
                </a:solidFill>
                <a:latin typeface="Calibri"/>
              </a:rPr>
              <a:t>MOOD: </a:t>
            </a:r>
            <a:r>
              <a:rPr sz="1400">
                <a:solidFill>
                  <a:srgbClr val="B0BCD4"/>
                </a:solidFill>
                <a:latin typeface="Calibri"/>
              </a:rPr>
              <a:t>welcoming, authentic, cultural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D700"/>
                </a:solidFill>
                <a:latin typeface="Calibri"/>
              </a:rPr>
              <a:t>QUALITY: </a:t>
            </a:r>
            <a:r>
              <a:rPr sz="1400">
                <a:solidFill>
                  <a:srgbClr val="B0BCD4"/>
                </a:solidFill>
                <a:latin typeface="Calibri"/>
              </a:rPr>
              <a:t>high resolution, sharp details, rich textures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Result: Stunning, unique, professional!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Image Prompt Examples to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Copy these and paste into ChatGPT or Gemini (both free!)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40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"Design a modern minimalist logo for a tech company called 'NexGen Solutions'. Blue and white colors, clean lines, subtle circuit pattern. White background, vector style, high quality."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Social Media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703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"Create an Instagram post for a summer sale: 50% OFF in bold text. Bright yellow and orange gradient background. Happy shopping bags illustration. Modern flat design, vibrant, eye-catching."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 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166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"Professional product photo of a glass jar of honey on a wooden table. Soft morning sunlight, wildflowers in background. Shallow depth of field, warm tones, food photography style, 4K quality."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Presentations -- Make Slides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Give it a topic, get a complete slide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gamma.app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Give it a topic or notes.</a:t>
            </a:r>
            <a:br/>
            <a:r>
              <a:t>Creates beautiful slides</a:t>
            </a:r>
            <a:br/>
            <a:r>
              <a:t>in 30 seconds!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SlidesGo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slidesgo.com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404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Enter a topic, choose</a:t>
            </a:r>
            <a:br/>
            <a:r>
              <a:t>slide count. Free</a:t>
            </a:r>
            <a:br/>
            <a:r>
              <a:t>professional templates!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4747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9CF0"/>
                </a:solidFill>
                <a:latin typeface="Calibri"/>
              </a:defRPr>
            </a:pPr>
            <a:r>
              <a:t>canva.com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8404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Templates + AI.</a:t>
            </a:r>
            <a:br/>
            <a:r>
              <a:t>Design-forward slides.</a:t>
            </a:r>
            <a:br/>
            <a:r>
              <a:t>Huge template library.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these right now -- all free!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Professional LinkedIn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ChatGPT or DeepSeek to write a post about your expertise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Social Media Graphic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Gemini, Canva AI, or Ideogram to create a poster or banner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5-Slide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Gamma or SlidesGo to create a presentation on any topic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Create a complete social media post:</a:t>
            </a:r>
            <a:br/>
            <a:r>
              <a:t>Image + Caption + Hashtags</a:t>
            </a:r>
            <a:br/>
            <a:br/>
            <a:r>
              <a:t>Do it in under 10 minutes using only FREE tools!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5A8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AI for Video, Voice &amp;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Free Video Tools  |  Video Prompt Anatomy  |  Voice &amp; Music  |  Deepfakes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Why Video Content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Video is the #1 type of content on the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Video gets 1200% more shares than text and images combined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82% of all internet traffic is video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YouTube, TikTok, Instagram Reels -- all video-first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The problem? Making videos used to require: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   Camera, studio, actors, editing software, and lots of time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Now? AI can create videos from just a text description!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And many of these tools are FREE!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Free AI Video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professional videos without paying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26974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CapCut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2918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9CF0"/>
                </a:solidFill>
                <a:latin typeface="Calibri"/>
              </a:defRPr>
            </a:pPr>
            <a:r>
              <a:t>capcut.com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576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Best free video editor!</a:t>
            </a:r>
            <a:br/>
            <a:r>
              <a:t>Auto-captions, effects,</a:t>
            </a:r>
            <a:br/>
            <a:r>
              <a:t>templates, text-to-video.</a:t>
            </a:r>
            <a:br/>
            <a:r>
              <a:t>Completely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10312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Kling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klingai.com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6576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66 free credits daily!</a:t>
            </a:r>
            <a:br/>
            <a:r>
              <a:t>Text/image to video.</a:t>
            </a:r>
            <a:br/>
            <a:r>
              <a:t>Best for realistic</a:t>
            </a:r>
            <a:br/>
            <a:r>
              <a:t>human motion.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Google Veo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Calibri"/>
              </a:defRPr>
            </a:pPr>
            <a:r>
              <a:t>via 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~50 free credits/day.</a:t>
            </a:r>
            <a:br/>
            <a:r>
              <a:t>Highest quality AI video.</a:t>
            </a:r>
            <a:br/>
            <a:r>
              <a:t>Very realistic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10312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103120"/>
            <a:ext cx="26974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Canva Video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880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2918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8A47"/>
                </a:solidFill>
                <a:latin typeface="Calibri"/>
              </a:defRPr>
            </a:pPr>
            <a:r>
              <a:t>canva.com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576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Templates + AI video.</a:t>
            </a:r>
            <a:br/>
            <a:r>
              <a:t>Perfect for marketing</a:t>
            </a:r>
            <a:br/>
            <a:r>
              <a:t>and social media.</a:t>
            </a:r>
            <a:br/>
            <a:r>
              <a:t>Very easy to use.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to Write the Perfect Video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Every great video prompt has these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is happening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 woman walks through a busy market, looking at colorful fabrics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70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Where it takes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004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traditional Pakistani bazaar with hanging lights and wooden stalls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82696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46704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the camera 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32841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smooth tracking shot following from behind, then slowly rotating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41064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05072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8678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Visual style or 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8678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cinematic, warm color grading, documentary style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99431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663439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LIGHTING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64515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is it 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45151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golden hour sunlight filtering through market canopy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321808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feeling / atmosphere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lively, authentic, vibrant energy, sounds of vendors calling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16168"/>
            <a:ext cx="10972800" cy="5486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980176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961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long the clip 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96188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5 seconds, slow motion at the 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Complete Video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Copy these and try in Kling AI or Google Veo (both free!)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2011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0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Example 1: Product Commercial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"Close-up shot of steaming Kashmiri chai being poured into a traditional cup. Camera slowly pulls back to reveal a cozy mountain cabin with snow outside the window. Warm golden lighting, cinematic, slow motion pour, shallow depth of field, 5 seconds."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0972800" cy="21945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10972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Example 2: Educational Intro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"Aerial drone shot slowly descending over green rice fields in Punjab, Pakistan. Farmers working in the distance. Camera smoothly transitions to a close-up of golden wheat. Natural daylight, documentary style, vivid green and gold colors, peaceful mood, 5 seconds."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4 Ways to Create Videos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Choose the method that works best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Text to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Type a description, AI creates the video.</a:t>
            </a:r>
            <a:br/>
            <a:r>
              <a:t>"A sunset over Islamabad with birds flying"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Image to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Take your AI-generated image</a:t>
            </a:r>
            <a:br/>
            <a:r>
              <a:t>and turn it into a moving video clip.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Long to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Have a long video? AI automatically clips</a:t>
            </a:r>
            <a:br/>
            <a:r>
              <a:t>it into short viral-ready videos (Opus Clip).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539496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Script to Avatar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a script, AI avatar speaks it</a:t>
            </a:r>
            <a:br/>
            <a:r>
              <a:t>on camera. No filming needed!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Free AI Voice &amp; Audio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Add professional voiceovers, music, and captions -- all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92024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ElevenLabs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402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voiceovers -- sounds real!</a:t>
            </a:r>
            <a:br/>
            <a:r>
              <a:t>Supports Urdu! Free tier</a:t>
            </a:r>
            <a:br/>
            <a:r>
              <a:t>gives you characters monthly.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Suno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402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Type a description, AI creates</a:t>
            </a:r>
            <a:br/>
            <a:r>
              <a:t>original music from scratch!</a:t>
            </a:r>
            <a:br/>
            <a:r>
              <a:t>Free daily credits.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73152" cy="192024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CapCut Captions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5262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Auto-generate subtitles in any</a:t>
            </a:r>
            <a:br/>
            <a:r>
              <a:t>language. Completely free!</a:t>
            </a:r>
            <a:br/>
            <a:r>
              <a:t>Supports Urdu and English.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73152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NotebookLM Audio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45262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Upload a document -- AI creates</a:t>
            </a:r>
            <a:br/>
            <a:r>
              <a:t>a podcast-style discussion!</a:t>
            </a:r>
            <a:br/>
            <a:r>
              <a:t>Completely free by Google.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Warning: Deepfakes &amp; Fake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can also be misused -- learn to spot 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Deepfakes = AI-generated fake videos of real people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Used for: identity theft, fraud, political manipulation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How to spot them: unnatural blinking, weird edges, odd lighting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EU AI Act (August 2026) will require labeling AI content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Never create fake videos of real people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Always disclose when content is AI-generated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If it looks too good to be true, verify it!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Create a 30-second promotional video:</a:t>
            </a:r>
            <a:br/>
            <a:br/>
            <a:r>
              <a:t>1. Use CapCut, Kling AI, or Canva Video (all FREE)</a:t>
            </a:r>
            <a:br/>
            <a:r>
              <a:t>2. Add AI voiceover or music (ElevenLabs/Suno)</a:t>
            </a:r>
            <a:br/>
            <a:r>
              <a:t>3. Add captions (CapCut)</a:t>
            </a:r>
            <a:br/>
            <a:br/>
            <a:r>
              <a:t>Topic: Your business, service, or any idea!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8A4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Productivity, Coding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Save Hours Daily  |  Free Coding Tools  |  AI Agents  |  Automate Everything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Tools That Save You Hours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Replace boring tasks with AI -- many are free!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ChatGPT /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writes replies, sorts inbox, removes spam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21945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035808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Google Calendar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suggests meeting times and blocks focus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31089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50208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931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Notion AI / Google Keep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summarizes, organizes and searches your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0" y="40233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864608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Meetings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Fathom / Granola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Records meetings, writes summaries, lists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49377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779008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760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Perplexity / NotebookLM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760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Get answers with sources, analyze documents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58521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Build Things Without Coding -- All Free!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Just describe what you want -- AI writes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You DON'T need to be a programmer!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Just tell ChatGPT, DeepSeek, or Gemini what you want: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"Build me a simple website with my name, photo, and services"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"Create a BMI calculator that works in the browser"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"Make a quiz app with 10 questions about Pakistan history"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AI writes all the code. You just copy, paste, and open it!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All three tools are FREE for this!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Real Example: Building a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Tell AI exactly what you want on your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What You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"Create a personal portfolio website for me.</a:t>
            </a:r>
            <a:br/>
            <a:r>
              <a:t>Name: Ahmed Khan</a:t>
            </a:r>
            <a:br/>
            <a:r>
              <a:t>Job: Graphic Designer in Karachi</a:t>
            </a:r>
            <a:br/>
            <a:r>
              <a:t>Include: About Me, My Work (6 project cards with placeholder images), Contact form, Social media links.</a:t>
            </a:r>
            <a:br/>
            <a:r>
              <a:t>Style: Modern, dark theme, professional.</a:t>
            </a:r>
            <a:br/>
            <a:r>
              <a:t>Make it responsive for mobile."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"AI writes a complete HTML/CSS website</a:t>
            </a:r>
            <a:br/>
            <a:r>
              <a:t>that you can open in any browser!</a:t>
            </a:r>
            <a:br/>
            <a:br/>
            <a:r>
              <a:t>It includes:</a:t>
            </a:r>
            <a:br/>
            <a:r>
              <a:t>- Beautiful layout</a:t>
            </a:r>
            <a:br/>
            <a:r>
              <a:t>- Working contact form</a:t>
            </a:r>
            <a:br/>
            <a:r>
              <a:t>- Mobile-friendly design</a:t>
            </a:r>
            <a:br/>
            <a:r>
              <a:t>- Ready to customize"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A website that would take a developer days -- done in 2 minutes!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Agents: The Next Big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that doesn't just answer -- it DOES things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A47"/>
                </a:solidFill>
                <a:latin typeface="Calibri"/>
              </a:defRPr>
            </a:pPr>
            <a:r>
              <a:t>Regular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You ask a question</a:t>
            </a:r>
            <a:br/>
            <a:r>
              <a:t>AI gives you an answer</a:t>
            </a:r>
            <a:br/>
            <a:r>
              <a:t>You have to do the work yourself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AI Agent (the future)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You set a goal</a:t>
            </a:r>
            <a:br/>
            <a:r>
              <a:t>AI plans the steps</a:t>
            </a:r>
            <a:br/>
            <a:r>
              <a:t>AI does the work FOR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Real Examples of AI Agents: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Customer sends email --&gt; AI reads it, checks order, replies automatically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New invoice received --&gt; AI reads PDF, checks budget, sends for approval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New lead found --&gt; AI researches them, writes email, schedules meeting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Automation Tools: Connect Your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Make your apps talk to each other -- some are free!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Zapier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9CF0"/>
                </a:solidFill>
                <a:latin typeface="Calibri"/>
              </a:defRPr>
            </a:pPr>
            <a:r>
              <a:t>zapier.com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Connect 9,000+ apps.</a:t>
            </a:r>
            <a:br/>
            <a:r>
              <a:t>'When I get a Google Form</a:t>
            </a:r>
            <a:br/>
            <a:r>
              <a:t>response, save to Sheets AND</a:t>
            </a:r>
            <a:br/>
            <a:r>
              <a:t>send email automatically'</a:t>
            </a:r>
            <a:br/>
            <a:r>
              <a:t>Free: 100 tasks/month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make.com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Visual workflow builder.</a:t>
            </a:r>
            <a:br/>
            <a:r>
              <a:t>Drag and drop to create</a:t>
            </a:r>
            <a:br/>
            <a:r>
              <a:t>complex automations.</a:t>
            </a:r>
            <a:br/>
            <a:r>
              <a:t>Free: 1,000 ops/month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292608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n8n.io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Open-source = FREE!</a:t>
            </a:r>
            <a:br/>
            <a:r>
              <a:t>Build custom AI agents.</a:t>
            </a:r>
            <a:br/>
            <a:r>
              <a:t>Unlimited workflows.</a:t>
            </a:r>
            <a:br/>
            <a:r>
              <a:t>More technical but powerful.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Build Your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Ask ChatGPT/DeepSeek to create a webpage with your name &amp;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Try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Plan: 'When X happens, do Y automatically' (use Zapier free)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Create a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Ask AI to build a calculator, quiz, or to-do list app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Build a simple webpage with AI.</a:t>
            </a:r>
            <a:br/>
            <a:br/>
            <a:r>
              <a:t>Customize it with YOUR real information.</a:t>
            </a:r>
            <a:br/>
            <a:br/>
            <a:r>
              <a:t>Use ChatGPT, DeepSeek, or Gemini -- all FREE!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Careers, Ethics &amp;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AI in Every Industry  |  Earning Opportunities  |  Responsible AI  |  Your Final Project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AI is Used in Every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assists professionals -- it doesn't replace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reads X-rays, helps doctors diagnose faster, tracks patient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creates personalized lessons, auto-grades tests, helps students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searches through thousands of legal documents in 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AI-powered drones detect crop diseases, smart irrigation saves 40%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predicts which customers will buy, automates marketing campaigns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tests thousands of designs instantly, predicts when machines will break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Career &amp; Freelancing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High-demand roles, especially for Pakistani freelancers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Automation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Build chatbots &amp; workflows for businesses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1031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200K-500K+/month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Prompt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optimized prompts for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0175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100K-300K/month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Content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Create content using AI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9319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150K-400K/month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Video Creator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46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Make educational &amp; marketing videos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8463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100K-250K/month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Web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60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Build websites using AI coding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7607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150K-500K/month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Where to Learn &amp; Where to 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Resources specifically for Pakistan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Learn AI (Free &amp; in Urdu)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AI Seekho Pakistan -- Free masterclasses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No Code Pakistan -- AI agents &amp; automation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Urdu Ai (WALI) -- Mobile learning platform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YouTube -- Search 'AI tools in Urdu'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9CF0"/>
                </a:solidFill>
                <a:latin typeface="Calibri"/>
              </a:defRPr>
            </a:pPr>
            <a:r>
              <a:t>Earn Money (Freelancing)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Upwork -- Largest freelance marketplace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Fiverr -- Quick gig-based work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LinkedIn -- Direct client outreach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Toptal -- Premium high-paying clients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Risks You Must Know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AI wisely -- it's powerful but not perfect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A47"/>
                </a:solidFill>
                <a:latin typeface="Calibri"/>
              </a:defRPr>
            </a:pPr>
            <a:r>
              <a:t>AI Makes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confidently give WRONG answers. Always double-check facts!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Copyright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AI-generated content may not be legally yours. Be careful with commercial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A8E"/>
                </a:solidFill>
                <a:latin typeface="Calibri"/>
              </a:defRPr>
            </a:pPr>
            <a:r>
              <a:t>Privacy 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Never paste personal, client, or company secrets into AI tools.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3949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Deepfakes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create fake videos of real people. Never misuse this technology.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539496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9CF0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be unfair or biased because it learned from biased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A8E"/>
                </a:solidFill>
                <a:latin typeface="Calibri"/>
              </a:defRPr>
            </a:pPr>
            <a:r>
              <a:t>Fake News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create convincing fake news articles. Verify everything!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5 Golden Rules for 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Follow these and you'll never go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Always Double-Check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makes mistakes. Verify important facts before using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Protect Private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Never paste passwords, client info, or secrets into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319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 Honest About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862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Tell people when you used AI to create something.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54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is a Tool, Not a Brain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006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Use AI to help you think, not to replace your thinking.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57607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7150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changes fast. Stay curious and keep exploring new tools.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Show what you've learned! Choose any topic and create: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Professional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 report, proposal, or article written with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Visual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 poster, social media graphic, or infographic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Short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94759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30-60 second video with voiceover and captions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63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5-7 slide deck using Gamma or SlidesGo (free!)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2-Minute Talk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532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Present to the group: What tools you used &amp; what you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Topics: Your Business  |  Pakistan  |  Education  |  Climate Change  |  Any Topic!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Present your complete AI-powered project!</a:t>
            </a:r>
            <a:br/>
            <a:br/>
            <a:r>
              <a:t>Explain: What tools you used,</a:t>
            </a:r>
            <a:br/>
            <a:r>
              <a:t>what worked, and what surprised you.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Complete FREE Tool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All these tools have free versions -- no credit card needed!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234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ChatGPT, Gemini, DeepSeek, Kimi, Claude,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128016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64792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647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Perplexity AI, NotebookLM, Kimi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810512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5144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951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Grammarly, ChatGPT, DeepSeek, 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2340864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25496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254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Gemini, ChatGPT, Ideogram, Leonardo AI, Canva AI, Perchance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2871216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55848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558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CapCut AI, Kling AI, Google Veo, Canva Video, Pika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3401568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Voice/Audio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886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ElevenLabs, Suno AI, CapCut Captions, NotebookLM Audio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0" y="3931920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16552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Presentations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165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Gamma, SlidesGo AI, Canva, Google Slides + Gemini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4462272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6904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4690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ChatGPT, DeepSeek, Gemini, Replit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0" y="4992624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77256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772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Zapier (free tier), Make (free tier), n8n (open-source)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0" y="5522976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007608"/>
            <a:ext cx="201168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60076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Notion AI, Google Calendar AI, Fathom, Perplexity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0" y="6053328"/>
            <a:ext cx="731520" cy="320040"/>
          </a:xfrm>
          <a:prstGeom prst="roundRect">
            <a:avLst>
              <a:gd name="adj" fmla="val 4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Daily Challenges (15 minutes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Write a detailed prompt and compare ChatGPT vs DeepSeek vs 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a social media post: image + caption + hashtags (all free tools)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73152" cy="86868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7471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747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a 30-second video with AI voice, music &amp; captions (free tools)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73152" cy="86868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2628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26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Build a simple webpage using ChatGPT or DeepSeek (free!)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5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94959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57783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3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Present your complete AI-powered project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704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704" y="0"/>
            <a:ext cx="2438704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7409" y="0"/>
            <a:ext cx="2438704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6114" y="0"/>
            <a:ext cx="2438704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4819" y="0"/>
            <a:ext cx="24387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A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9418320" cy="13716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7548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"AI is a power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120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Incredibly useful in skilled hands,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6692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dangerous in careless ones."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