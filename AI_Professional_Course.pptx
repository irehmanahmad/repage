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68880" y="0"/>
            <a:ext cx="24688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2377440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0"/>
            <a:ext cx="2468880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0" y="0"/>
            <a:ext cx="240761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 in Professional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Master the Tools That Are Changing Every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02336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5-Day Advanced Course  |  20% Theory, 80% Hands-On  |  Professionals &amp; Freelancers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120640"/>
            <a:ext cx="201168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512064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71800" y="5120640"/>
            <a:ext cx="20116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35+ AI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512064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5120640"/>
            <a:ext cx="2011680" cy="36576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80% Practical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12064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5120640"/>
            <a:ext cx="2011680" cy="36576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Real Earnings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59" y="5120640"/>
            <a:ext cx="201168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59" y="5120640"/>
            <a:ext cx="20116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9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0BCD4"/>
                </a:solidFill>
                <a:latin typeface="Calibri"/>
              </a:defRPr>
            </a:pPr>
            <a:r>
              <a:t>2026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0604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9CF0"/>
                </a:solidFill>
                <a:latin typeface="Calibri"/>
              </a:defRPr>
            </a:pPr>
            <a:r>
              <a:t>~40%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of enterprise apps now</a:t>
            </a:r>
            <a:br/>
            <a:r>
              <a:t>feature AI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060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PKR 500K+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monthly earnings for AI-skilled</a:t>
            </a:r>
            <a:br/>
            <a:r>
              <a:t>Pakistani freelancers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06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30-50%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reduction in repetitive</a:t>
            </a:r>
            <a:br/>
            <a:r>
              <a:t>task time with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0604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8A47"/>
                </a:solidFill>
                <a:latin typeface="Calibri"/>
              </a:defRPr>
            </a:pPr>
            <a:r>
              <a:t>Aug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4320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EU AI Act takes effect</a:t>
            </a:r>
            <a:br/>
            <a:r>
              <a:t>making AI literacy essential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Calibri"/>
              </a:defRPr>
            </a:pPr>
            <a:r>
              <a:t>AI is no longer experimental. It's an essential professional skill.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Use ChatGPT, Claude &amp; Gemini as daily professional tools</a:t>
            </a:r>
          </a:p>
          <a:p>
            <a:pPr algn="l">
              <a:spcAft>
                <a:spcPts val="72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Write advanced prompts: CoT, Few-Shot, Context Engineering</a:t>
            </a:r>
          </a:p>
          <a:p>
            <a:pPr algn="l">
              <a:spcAft>
                <a:spcPts val="72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Automate workflows (email, scheduling, data entry)</a:t>
            </a:r>
          </a:p>
          <a:p>
            <a:pPr algn="l">
              <a:spcAft>
                <a:spcPts val="72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Create professional content: writing, images, videos, decks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</a:pPr>
            <a:r>
              <a:rPr sz="1600">
                <a:solidFill>
                  <a:srgbClr val="10B981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Use AI for domain-specific work (education, business, law...)</a:t>
            </a:r>
          </a:p>
          <a:p>
            <a:pPr algn="l">
              <a:spcAft>
                <a:spcPts val="720"/>
              </a:spcAft>
            </a:pPr>
            <a:r>
              <a:rPr sz="1600">
                <a:solidFill>
                  <a:srgbClr val="10B981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Build websites and apps with AI coding assistants</a:t>
            </a:r>
          </a:p>
          <a:p>
            <a:pPr algn="l">
              <a:spcAft>
                <a:spcPts val="720"/>
              </a:spcAft>
            </a:pPr>
            <a:r>
              <a:rPr sz="1600">
                <a:solidFill>
                  <a:srgbClr val="10B981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Understand copyright, deepfakes &amp; responsible AI</a:t>
            </a:r>
          </a:p>
          <a:p>
            <a:pPr algn="l">
              <a:spcAft>
                <a:spcPts val="720"/>
              </a:spcAft>
            </a:pPr>
            <a:r>
              <a:rPr sz="1600">
                <a:solidFill>
                  <a:srgbClr val="10B981"/>
                </a:solidFill>
                <a:latin typeface="Calibri"/>
              </a:rPr>
              <a:t>  </a:t>
            </a:r>
            <a:r>
              <a:rPr sz="1800">
                <a:solidFill>
                  <a:srgbClr val="B0BCD4"/>
                </a:solidFill>
                <a:latin typeface="Calibri"/>
              </a:rPr>
              <a:t>Identify AI career &amp; freelancing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Course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37160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AI Assistants &amp;</a:t>
            </a:r>
            <a:br/>
            <a:r>
              <a:t>Prompt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37160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2011680"/>
            <a:ext cx="137160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29260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Content Creation</a:t>
            </a:r>
            <a:br/>
            <a:r>
              <a:t>Writing, Images,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371600"/>
            <a:ext cx="201168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4104" y="2011680"/>
            <a:ext cx="137160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29260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Video, Voice &amp;</a:t>
            </a:r>
            <a:br/>
            <a:r>
              <a:t>Multimedia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7496" y="1371600"/>
            <a:ext cx="201168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17536" y="2011680"/>
            <a:ext cx="137160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9260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Productivity,</a:t>
            </a:r>
            <a:br/>
            <a:r>
              <a:t>Coding &amp;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371600"/>
            <a:ext cx="2011680" cy="47548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0928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30968" y="2011680"/>
            <a:ext cx="137160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92608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Industry AI, Careers</a:t>
            </a:r>
            <a:br/>
            <a:r>
              <a:t>Ethics &amp;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9CF0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AI Assistants &amp; Advanced Prompt Engineering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The Big Three  |  Advanced Prompting  |  Chain-of-Thought  |  Context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Big Three AI Assistants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The AI landscape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Strength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ChatGPT (OpenAI)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Writing, coding, data analysis,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Most versatile all-rounder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 (Anthropic)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Long documents, reports, reasoning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Nuanced, human-like writing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Search, multimodal, Google ecosystem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Real-time info + video/image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Essential Supporting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Beyond the Big Three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Replaces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Perplexity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Research with cited sources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Google for research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NotebookLM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Upload docs -&gt; AI analyzes &amp; summarizes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Manual document reading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Microsoft Copilot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AI inside Word, Excel, PowerPoint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Manual Office tasks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Notion 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Note organization &amp; project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Scattered knowledge bases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Advanced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Four levels of professional prompting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60604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468880"/>
            <a:ext cx="150876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Prompt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39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Goal + Context +</a:t>
            </a:r>
            <a:br/>
            <a:r>
              <a:t>Audience + Style +</a:t>
            </a:r>
            <a:br/>
            <a:r>
              <a:t>Output 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945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94560"/>
            <a:ext cx="2606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86200" y="2468880"/>
            <a:ext cx="150876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089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Chain-of-Thought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49039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Force AI to reason</a:t>
            </a:r>
            <a:br/>
            <a:r>
              <a:t>step by step before</a:t>
            </a:r>
            <a:br/>
            <a:r>
              <a:t>answering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0604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2468880"/>
            <a:ext cx="150876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Level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089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Few-Shot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49039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Teach AI your style</a:t>
            </a:r>
            <a:br/>
            <a:r>
              <a:t>by providing 2-5</a:t>
            </a:r>
            <a:br/>
            <a:r>
              <a:t>examples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19456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2194560"/>
            <a:ext cx="260604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46920" y="2468880"/>
            <a:ext cx="150876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Level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1089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Context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49039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D4"/>
                </a:solidFill>
                <a:latin typeface="Calibri"/>
              </a:defRPr>
            </a:pPr>
            <a:r>
              <a:t>Treat prompt as a</a:t>
            </a:r>
            <a:br/>
            <a:r>
              <a:t>briefing document</a:t>
            </a:r>
            <a:br/>
            <a:r>
              <a:t>with XML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Chain-of-Thought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Force AI to reason step by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Without CoT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"Was the increased marketing spend justified?"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With CoT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"Think step by step: Calculate the revenue growth rate, the marketing ROI for each year, and then determine whether the increase was justified."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When to use: Math, logic, comparisons, analysis, debugging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Few-Shot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Teach AI your style by giving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69848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Example: Convert customer complaints into professional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Example 1 (You provide):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Complaint: "Your product broke after 2 days!"</a:t>
            </a:r>
            <a:br/>
            <a:r>
              <a:t>Response: "We sincerely apologize. We'd like to offer a full replacement..."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Example 2 (You provide):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Complaint: "Waiting 3 weeks for delivery!"</a:t>
            </a:r>
            <a:br/>
            <a:r>
              <a:t>Response: "We understand your frustration. Let me personally track your order..."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Now AI applies the same style: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Complaint: "Your app keeps crashing and I lost all my data!"  -&gt;  AI generates a matching professional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Pro tip: Quality &gt; Quantity. Use 2-5 examples covering your hardest edge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Context Engineering (2026 Technique)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Treat your prompt as a briefing 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69848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AA"/>
                </a:solidFill>
                <a:latin typeface="Consolas"/>
              </a:defRPr>
            </a:pPr>
            <a:r>
              <a:t>&lt;role&gt;Senior financial analyst at a Pakistani tech startup&lt;/role&gt;</a:t>
            </a:r>
            <a:br/>
            <a:br/>
            <a:r>
              <a:t>&lt;task&gt;Analyze the quarterly report, identify 3 biggest risks&lt;/task&gt;</a:t>
            </a:r>
            <a:br/>
            <a:br/>
            <a:r>
              <a:t>&lt;context&gt;Company is preparing for Series A funding&lt;/context&gt;</a:t>
            </a:r>
            <a:br/>
            <a:br/>
            <a:r>
              <a:t>&lt;constraints&gt;</a:t>
            </a:r>
            <a:br/>
            <a:r>
              <a:t>  - Bullet points, max 400 words</a:t>
            </a:r>
            <a:br/>
            <a:r>
              <a:t>  - Include specific numbers from the report</a:t>
            </a:r>
            <a:br/>
            <a:r>
              <a:t>  - Flag investor concerns</a:t>
            </a:r>
            <a:br/>
            <a:r>
              <a:t>&lt;/constraints&gt;</a:t>
            </a:r>
            <a:br/>
            <a:br/>
            <a:r>
              <a:t>&lt;output_format&gt;Markdown with headers per risk&lt;/output_format&gt;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Practical: The Prompt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Write advanced prompts for YOUR profession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Complete lesson plan + rubric + homework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Marketer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3774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7-day social media calendar for 3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Business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840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Professional client proposal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Freelancer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840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3 versions of an Upwork proposal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34924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303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Summarize 20-page paper into 5 takeaways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534924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Doctor/Health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5303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Explain a diagnosis in patient-friendly language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Write an advanced Chain-of-Thought prompt</a:t>
            </a:r>
            <a:br/>
            <a:r>
              <a:t>for a complex professional task from your field.</a:t>
            </a:r>
            <a:br/>
            <a:br/>
            <a:r>
              <a:t>15 minutes - who gets the most detailed, accurate response?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AI for Content Creation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Professional Writing  |  Image Generation  |  Presentations  |  Design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AI-Powered Professional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Create professional content in minutes, not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Best Tool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Email Drafting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AI writes from bullet points; you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ChatGPT / Superhuman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Reports &amp; Proposals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Outline -&gt; AI expands -&gt; you edit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Claude / ChatGPT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Blog Posts &amp; Articles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AI provides structure, research, first draft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Jasper / ChatGPT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Social Media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Platform-specific captions, hashtags, calendars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Copy.ai / FeedHive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Resume &amp; Cover Letters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96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Tailored to specific job descriptions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3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8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ChatGPT / Claude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English &lt;-&gt; Urdu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81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96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Professional bilingual translation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33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248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Gemini / ChatGPT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Image Generation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Professional images without design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ChatGPT (DALL-E)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Easy to use, good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Quick general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Adobe Firefly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Photoshop integration, professional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Designers, pros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Canva AI (Magic Studio)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Templates + AI, brand kits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Social media, decks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Microsoft Designer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Free, Microsoft integration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Office users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96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Real-time generation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3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8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Research + visuals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Advanced Image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Subject + Setting + Style + Lighting + Mood + Technical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5A8E"/>
                </a:solidFill>
                <a:latin typeface="Calibri"/>
              </a:defRPr>
            </a:pPr>
            <a:r>
              <a:t>Weak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"Business meeting"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Calibri"/>
              </a:defRPr>
            </a:pPr>
            <a:r>
              <a:t>Professional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"A professional Pakistani businesswoman presenting at a tech conference, modern glass building, corporate photography, soft lighting, confident mood, high res."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206240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4206240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Style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4206240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Lighting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4206240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4206240"/>
            <a:ext cx="1600200" cy="45720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Technical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3: AI 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Gamma -- Notes/prompts to polished decks in seconds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Canva AI -- Design-forward presentations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Google Slides + Gemini -- AI inside Google Workspace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8B5CF6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Microsoft Copilot + PowerPoint -- AI inside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8B5CF6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Give Gamma a topic -&gt; 10 slides in 30 seconds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Redesign an ugly deck with Canva AI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Generate speaker notes with Gemini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Practical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" cy="1188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42316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 professional LinkedIn post with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88620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 social media graphic / poster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73152" cy="1188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534924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303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 5-slide professional presentation (Gamma/Canva)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Create a complete social media post</a:t>
            </a:r>
            <a:br/>
            <a:r>
              <a:t>(image + caption + hashtags) in 10 minutes.</a:t>
            </a:r>
            <a:br/>
            <a:br/>
            <a:r>
              <a:t>Use any AI tools from today's session!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5A8E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AI for Video, Voice &amp; Multimedia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Video AI Tools  |  Voice &amp; Audio  |  Creation Methods  |  Deepfakes Discussion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Video Creation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Professional video content without a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Google Veo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Text/Image to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Highest quality AI video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CapCut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Auto-editing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Social media videos, captions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Canva AI 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Template-based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Marketing videos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Pika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Text to Video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Creative, artistic shorts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Kling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96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Text/Image to Video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3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8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Realistic motion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Runway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81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96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Advanced editing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33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248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Professional effects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Video Creation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60604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Text -&gt;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Describe a scene,</a:t>
            </a:r>
            <a:br/>
            <a:r>
              <a:t>AI creates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9456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94560"/>
            <a:ext cx="2606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5603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Image -&gt;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Turn AI images into</a:t>
            </a:r>
            <a:br/>
            <a:r>
              <a:t>animated clips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260604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5603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Script -&gt; Avatar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AI avatar presents</a:t>
            </a:r>
            <a:br/>
            <a:r>
              <a:t>your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194560"/>
            <a:ext cx="2606040" cy="27432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2194560"/>
            <a:ext cx="260604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56032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Long -&gt; Short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200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CD4"/>
                </a:solidFill>
                <a:latin typeface="Calibri"/>
              </a:defRPr>
            </a:pPr>
            <a:r>
              <a:t>AI clips long videos</a:t>
            </a:r>
            <a:br/>
            <a:r>
              <a:t>into viral shorts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Voice &amp; Audio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Professional audio without recording equipment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Feature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ElevenLabs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AI voiceovers (Urdu supported)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Most realistic voices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Suno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Generate music from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Custom background music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Edit video by editing transcript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Revolutionary editing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NotebookLM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Docs to podcast-style audio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Auto audio discussions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CapCut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96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Auto-generate captions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3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8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Easy subtitles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Practical: Create Your Professional Video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A: 30-Second Promo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</a:pPr>
            <a:r>
              <a:rPr sz="1400">
                <a:solidFill>
                  <a:srgbClr val="F05A8E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Text-to-video or image-to-video</a:t>
            </a:r>
          </a:p>
          <a:p>
            <a:pPr algn="l">
              <a:spcAft>
                <a:spcPts val="640"/>
              </a:spcAft>
            </a:pPr>
            <a:r>
              <a:rPr sz="1400">
                <a:solidFill>
                  <a:srgbClr val="F05A8E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Add AI voiceover (ElevenLabs/CapCut)</a:t>
            </a:r>
          </a:p>
          <a:p>
            <a:pPr algn="l">
              <a:spcAft>
                <a:spcPts val="640"/>
              </a:spcAft>
            </a:pPr>
            <a:r>
              <a:rPr sz="1400">
                <a:solidFill>
                  <a:srgbClr val="F05A8E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Add AI music (Suno/CapCut)</a:t>
            </a:r>
          </a:p>
          <a:p>
            <a:pPr algn="l">
              <a:spcAft>
                <a:spcPts val="640"/>
              </a:spcAft>
            </a:pPr>
            <a:r>
              <a:rPr sz="1400">
                <a:solidFill>
                  <a:srgbClr val="F05A8E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Add auto-captions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029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B: 60-Second Educational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Pick a topic from your field</a:t>
            </a:r>
          </a:p>
          <a:p>
            <a:pPr algn="l">
              <a:spcAft>
                <a:spcPts val="64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Create visuals with AI image tools</a:t>
            </a:r>
          </a:p>
          <a:p>
            <a:pPr algn="l">
              <a:spcAft>
                <a:spcPts val="64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Add narration and captions</a:t>
            </a:r>
          </a:p>
          <a:p>
            <a:pPr algn="l">
              <a:spcAft>
                <a:spcPts val="640"/>
              </a:spcAft>
            </a:pPr>
            <a:r>
              <a:rPr sz="1400">
                <a:solidFill>
                  <a:srgbClr val="00D4AA"/>
                </a:solidFill>
                <a:latin typeface="Calibri"/>
              </a:rPr>
              <a:t>  </a:t>
            </a:r>
            <a:r>
              <a:rPr sz="1600">
                <a:solidFill>
                  <a:srgbClr val="B0BCD4"/>
                </a:solidFill>
                <a:latin typeface="Calibri"/>
              </a:rPr>
              <a:t>Export as vertical (Reels/Shorts)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Deepfakes &amp; Media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Critical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Identity Theft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AI-generated fake videos of real 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Financial Fraud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Impersonation of executives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Political Manipulation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Fake speeches and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EU AI Act (Aug 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463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Mandatory AI content labeling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Produce a 30-second promotional video</a:t>
            </a:r>
            <a:br/>
            <a:r>
              <a:t>with AI voice, music, and captions.</a:t>
            </a:r>
            <a:br/>
            <a:br/>
            <a:r>
              <a:t>Topic: Your business, service, or idea!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A47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Productivity, Coding &amp; Automation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AI Toolkit  |  Coding for Non-Programmers  |  AI Agents  |  Automation Workflows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The Professional AI Productivity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Let AI handle the boring stuff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Superhuman / SaneBox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AI drafts, prioritizes, declutters inbox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Motion / Clockwise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Auto-schedules based on priorities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Notion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Summarizes, organizes, searches notes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Meetings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Fathom / Granola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Records + generates summaries &amp; 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96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Perplexity / NotebookLM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3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8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Cited answers, document analysis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81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96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Grammarly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33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248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Real-time clarity, tone, grammar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Coding for Non-Programmers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You don't need to be a programmer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01168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General code</a:t>
            </a:r>
            <a:br/>
            <a:r>
              <a:t>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2194560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19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Multi-purpose</a:t>
            </a:r>
            <a:br/>
            <a:r>
              <a:t>with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194560"/>
            <a:ext cx="20116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Cursor 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Professional AI</a:t>
            </a:r>
            <a:br/>
            <a:r>
              <a:t>code editor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19" y="2194560"/>
            <a:ext cx="201168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v0 (Vercel)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Beautiful UI</a:t>
            </a:r>
            <a:br/>
            <a:r>
              <a:t>from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194560"/>
            <a:ext cx="2011680" cy="25603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194560"/>
            <a:ext cx="2011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D4"/>
                </a:solidFill>
                <a:latin typeface="Calibri"/>
              </a:defRPr>
            </a:pPr>
            <a:r>
              <a:t>Build &amp; deploy</a:t>
            </a:r>
            <a:br/>
            <a:r>
              <a:t>in browser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21208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30352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  <a:latin typeface="Calibri"/>
              </a:defRPr>
            </a:pPr>
            <a:r>
              <a:t>"AI lowers the barrier to coding, but understanding what the code does still matters.</a:t>
            </a:r>
            <a:br/>
            <a:r>
              <a:t>Don't just copy-paste -- learn to read and verify."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Agents &amp; Automation (2026 Revolution)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From reactive chatbots to autonomous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A47"/>
                </a:solidFill>
                <a:latin typeface="Calibri"/>
              </a:defRPr>
            </a:pPr>
            <a:r>
              <a:t>Traditional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You ask -&gt; AI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You set a goal -&gt; AI plans, acts &amp; completes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210312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Customer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918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Resolves tickets, updates CRM, issues refunds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210312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114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Reads invoices, validates budgets, routes approvals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937760"/>
            <a:ext cx="210312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937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Researches leads, qualifies, schedules meetings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760720"/>
            <a:ext cx="210312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760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Classifies, drafts replies, escalates urgent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3: Automation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</a:pPr>
            <a:r>
              <a:rPr sz="1700">
                <a:solidFill>
                  <a:srgbClr val="FF8A47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Zapier -- Connect 9,000+ apps with natural language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FF8A47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Make (Integromat) -- Visual workflow builder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FF8A47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n8n -- Open-source, custom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8A47"/>
                </a:solidFill>
                <a:latin typeface="Calibri"/>
              </a:defRPr>
            </a:pPr>
            <a:r>
              <a:t>Example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Google Form submitted -&gt;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Save to Google Sheets -&gt;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Send confirmation email -&gt;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All automated, zero manual work!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Practical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73152" cy="1188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42316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77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Build a personal/business webpage using ChatGPT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3152" cy="1188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88620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Set up an automation workflow (Zapier or plan on paper)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5349240"/>
            <a:ext cx="9144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303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Generate a calculator or quiz with AI coding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Build a functional webpage OR set up</a:t>
            </a:r>
            <a:br/>
            <a:r>
              <a:t>an automation workflow.</a:t>
            </a:r>
            <a:br/>
            <a:br/>
            <a:r>
              <a:t>15 minutes - make it real!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Calibri"/>
              </a:defRPr>
            </a:pPr>
            <a:r>
              <a:t>Industry AI, Careers, Ethics &amp; Final Project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AI Across Industries  |  Career Opportunities  |  Responsible AI  |  Final Project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Across Industries (2026 Reality)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AI diagnostics, clinical</a:t>
            </a:r>
            <a:br/>
            <a:r>
              <a:t>docs, drug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1031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1031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Adaptive learning,</a:t>
            </a:r>
            <a:br/>
            <a:r>
              <a:t>auto-grading, AI tutoring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Contract analysis,</a:t>
            </a:r>
            <a:br/>
            <a:r>
              <a:t>case prediction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79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79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Agriculture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19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Precision farming,</a:t>
            </a:r>
            <a:br/>
            <a:r>
              <a:t>drone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79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4297679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02919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Generative design,</a:t>
            </a:r>
            <a:br/>
            <a:r>
              <a:t>predictive maintenance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79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297679"/>
            <a:ext cx="3383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48055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02919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Lead scoring, SEO,</a:t>
            </a:r>
            <a:br/>
            <a:r>
              <a:t>ad campaign automation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AI Career &amp; Freelancing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High-demand roles, especially in Pakistan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459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60" y="2194560"/>
            <a:ext cx="3459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You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3360" y="2194560"/>
            <a:ext cx="3459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21945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Earning Potential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Automation Builder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81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Build chatbots, workflows,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3360" y="274320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4800" y="27432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PKR 200K-500K+/month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Prompt 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Write optimized prompts for companies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33360" y="329184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4800" y="329184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PKR 100K-300K/month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Content Strategist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81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AI research + drafting + human touch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3360" y="384048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4800" y="384048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PKR 150K-400K/month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Video Creator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81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96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Educational/marketing videos with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33360" y="438912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438912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PKR 100K-250K/month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Web Developer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81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96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Build sites &amp; apps with AI coding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33360" y="4937760"/>
            <a:ext cx="3459480" cy="502920"/>
          </a:xfrm>
          <a:prstGeom prst="rect">
            <a:avLst/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4800" y="493776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PKR 150K-500K/month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Data Trainer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81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96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Train AI models by labeling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3360" y="5486400"/>
            <a:ext cx="3459480" cy="502920"/>
          </a:xfrm>
          <a:prstGeom prst="rect">
            <a:avLst/>
          </a:prstGeom>
          <a:solidFill>
            <a:srgbClr val="18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24800" y="5486400"/>
            <a:ext cx="3368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D4"/>
                </a:solidFill>
                <a:latin typeface="Calibri"/>
              </a:defRPr>
            </a:pPr>
            <a:r>
              <a:t>$8-$65/hour (global)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Module 2: Pakistan-Specific AI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AI Seekho Pakistan -- Free AI masterclasses in Urdu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No Code Pakistan -- AI agents &amp; automation community (Urdu)</a:t>
            </a:r>
          </a:p>
          <a:p>
            <a:pPr algn="l">
              <a:spcAft>
                <a:spcPts val="760"/>
              </a:spcAft>
            </a:pPr>
            <a:r>
              <a:rPr sz="1700">
                <a:solidFill>
                  <a:srgbClr val="10B981"/>
                </a:solidFill>
                <a:latin typeface="Calibri"/>
              </a:rPr>
              <a:t>  </a:t>
            </a:r>
            <a:r>
              <a:rPr sz="1900">
                <a:solidFill>
                  <a:srgbClr val="B0BCD4"/>
                </a:solidFill>
                <a:latin typeface="Calibri"/>
              </a:rPr>
              <a:t>Urdu Ai (WALI) -- Mobile learning platform, Urdu tutorials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0B981"/>
                </a:solidFill>
                <a:latin typeface="Calibri"/>
              </a:defRPr>
            </a:pPr>
            <a:r>
              <a:t>Freelancing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Upwork -- Largest marketplace (Uma AI for freelancers)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Fiverr -- Quick gig-based work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Toptal -- Premium, high-paying clients</a:t>
            </a:r>
          </a:p>
          <a:p>
            <a:pPr algn="l">
              <a:spcAft>
                <a:spcPts val="680"/>
              </a:spcAft>
            </a:pPr>
            <a:r>
              <a:rPr sz="1500">
                <a:solidFill>
                  <a:srgbClr val="00D4AA"/>
                </a:solidFill>
                <a:latin typeface="Calibri"/>
              </a:rPr>
              <a:t>  </a:t>
            </a:r>
            <a:r>
              <a:rPr sz="1700">
                <a:solidFill>
                  <a:srgbClr val="B0BCD4"/>
                </a:solidFill>
                <a:latin typeface="Calibri"/>
              </a:rPr>
              <a:t>LinkedIn -- Professional networking + outreach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Responsible AI: Risks You Must Understand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338328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3832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Deepfakes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Fake videos of real 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103120"/>
            <a:ext cx="338328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103120"/>
            <a:ext cx="338328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A47"/>
                </a:solidFill>
                <a:latin typeface="Calibri"/>
              </a:defRPr>
            </a:pPr>
            <a:r>
              <a:t>Hallucinations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AI confidently lies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38328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Copyright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AI output may not be yours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338328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338328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9CF0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Sensitive data leaks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114800"/>
            <a:ext cx="338328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4114800"/>
            <a:ext cx="3383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46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Discrimination in AI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114800"/>
            <a:ext cx="3383280" cy="16459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114800"/>
            <a:ext cx="338328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A8E"/>
                </a:solidFill>
                <a:latin typeface="Calibri"/>
              </a:defRPr>
            </a:pPr>
            <a:r>
              <a:t>Misinformation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Fake news at massive scale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Golden Rules for Professional AI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21408"/>
            <a:ext cx="54864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Always review AI output before publishing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2990088"/>
            <a:ext cx="54864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Verify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AI is confident even when wrong -- fact-check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858767"/>
            <a:ext cx="54864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9475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Protect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4047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Never paste confidential data into public AI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727448"/>
            <a:ext cx="54864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663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Disclose AI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09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Be transparent about AI-assisted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5156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73152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5596128"/>
            <a:ext cx="54864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532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Stay Updated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577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CD4"/>
                </a:solidFill>
                <a:latin typeface="Calibri"/>
              </a:defRPr>
            </a:pPr>
            <a:r>
              <a:t>AI tools and regulations change rapidly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6400800"/>
            <a:ext cx="8503920" cy="32004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Choose a professional scenario and deliver: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383280" cy="173736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54864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Professional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Report, proposal, or article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103120"/>
            <a:ext cx="3383280" cy="173736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54864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Visual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Poster, graphic, or infographic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383280" cy="173736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80" y="2240280"/>
            <a:ext cx="54864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743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30-60 second promo or educational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383280" cy="173736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343400"/>
            <a:ext cx="54864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5-7 slide professional deck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4206240"/>
            <a:ext cx="3383280" cy="173736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4343400"/>
            <a:ext cx="54864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2-Min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846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/>
              </a:defRPr>
            </a:pPr>
            <a:r>
              <a:t>Explain tools, results &amp; 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Topics: Product Launch  |  Educational Content  |  Personal Brand  |  Workplace AI Solution  |  Urdu Content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94560"/>
            <a:ext cx="758952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B0BCD4"/>
                </a:solidFill>
                <a:latin typeface="Calibri"/>
              </a:defRPr>
            </a:pPr>
            <a:r>
              <a:t>Present your complete AI-powered</a:t>
            </a:r>
            <a:br/>
            <a:r>
              <a:t>professional project to the group.</a:t>
            </a:r>
            <a:br/>
            <a:br/>
            <a:r>
              <a:t>Explain: tools used, what worked, limitations found.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Complete Tool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Assistants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ChatGPT, Claude, Gemini,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54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Perplexity AI, NotebookLM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57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Grammarly, Jasper AI, Copy.ai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ChatGPT, Adobe Firefly, Canva AI, Designer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CapCut AI, Canva Video, Pika, Kling AI, Runway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Voice/Audio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66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ElevenLabs, Descript, Suno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Presentations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69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Gamma, Canva, Slides + Gemini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572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ChatGPT, Cursor, v0, Replit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074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Zapier, Make, n8n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7784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577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Notion AI, Motion, Fathom, SaneBox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8076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Social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6080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D4"/>
                </a:solidFill>
                <a:latin typeface="Calibri"/>
              </a:defRPr>
            </a:pPr>
            <a:r>
              <a:t>Buffer, FeedHive, Predis.ai, Opus Clip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Daily Challenges (15 min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" cy="86868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Write an advanced CoT prompt for a complex professional task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Create a complete social media post (image + caption + hashtags) in 10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3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39"/>
            <a:ext cx="73152" cy="86868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74719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7471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Produce a 30-second promotional video with AI voice, music &amp; captions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73152" cy="86868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2628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26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Build a functional webpage OR set up an automation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5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94959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577839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7783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Present a complete AI-powered professional project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68880" y="0"/>
            <a:ext cx="24688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2377440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0"/>
            <a:ext cx="2468880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80" y="0"/>
            <a:ext cx="240761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A"/>
                </a:solidFill>
                <a:latin typeface="Calibri"/>
              </a:defRPr>
            </a:pPr>
            <a:r>
              <a:t>AI in Professional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Master the Tools That Are Changing Every Industry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5029200"/>
            <a:ext cx="8503920" cy="109728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12064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D700"/>
                </a:solidFill>
                <a:latin typeface="Calibri"/>
              </a:defRPr>
            </a:pPr>
            <a:r>
              <a:t>"AI is a power tool. Like any power tool, it's incredibly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5321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D700"/>
                </a:solidFill>
                <a:latin typeface="Calibri"/>
              </a:defRPr>
            </a:pPr>
            <a:r>
              <a:t>in skilled hands and dangerous in careless ones."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