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704" cy="73152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704" y="0"/>
            <a:ext cx="2438704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7409" y="0"/>
            <a:ext cx="2438704" cy="73152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6114" y="0"/>
            <a:ext cx="2438704" cy="73152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4819" y="0"/>
            <a:ext cx="243870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Calibri"/>
              </a:defRPr>
            </a:pPr>
            <a:r>
              <a:t>AI in Professional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AA"/>
                </a:solidFill>
                <a:latin typeface="Calibri"/>
              </a:defRPr>
            </a:pPr>
            <a:r>
              <a:t>Master the Tools That Are Changing Every Industry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5-Day Practical Course  |  No Technical Background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2057400" cy="10058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205740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BCD4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5029200"/>
            <a:ext cx="2057400" cy="10058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5029200"/>
            <a:ext cx="20574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BCD4"/>
                </a:solidFill>
                <a:latin typeface="Calibri"/>
              </a:defRPr>
            </a:pPr>
            <a:r>
              <a:t>35+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5029200"/>
            <a:ext cx="2057400" cy="10058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5029200"/>
            <a:ext cx="205740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BCD4"/>
                </a:solidFill>
                <a:latin typeface="Calibri"/>
              </a:defRPr>
            </a:pPr>
            <a:r>
              <a:t>80% Hands-On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59" y="5029200"/>
            <a:ext cx="2057400" cy="10058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59" y="5029200"/>
            <a:ext cx="205740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BCD4"/>
                </a:solidFill>
                <a:latin typeface="Calibri"/>
              </a:defRPr>
            </a:pPr>
            <a:r>
              <a:t>Real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5029200"/>
            <a:ext cx="2057400" cy="10058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5029200"/>
            <a:ext cx="20574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53035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BCD4"/>
                </a:solidFill>
                <a:latin typeface="Calibri"/>
              </a:defRPr>
            </a:pPr>
            <a:r>
              <a:t>Easy to Follow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Learn AI Now?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06040" cy="3474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9CF0"/>
                </a:solidFill>
                <a:latin typeface="Calibri"/>
              </a:defRPr>
            </a:pPr>
            <a:r>
              <a:t>AI is Everywhere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From your phone to your office</a:t>
            </a:r>
            <a:br/>
            <a:r>
              <a:t>-- AI is already part of daily life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06040" cy="3474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Save 30-50%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People using AI finish repetitive</a:t>
            </a:r>
            <a:br/>
            <a:r>
              <a:t>tasks in half the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06040" cy="3474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06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Calibri"/>
              </a:defRPr>
            </a:pPr>
            <a:r>
              <a:t>Earn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AI-skilled freelancers in Pakistan</a:t>
            </a:r>
            <a:br/>
            <a:r>
              <a:t>earn PKR 200K-500K+ per month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06040" cy="3474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0604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A47"/>
                </a:solidFill>
                <a:latin typeface="Calibri"/>
              </a:defRPr>
            </a:pPr>
            <a:r>
              <a:t>Stay Relevant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56032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Companies now expect employees</a:t>
            </a:r>
            <a:br/>
            <a:r>
              <a:t>to know basic AI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You don't need to be technical. If you can use a phone, you can learn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000">
                <a:solidFill>
                  <a:srgbClr val="00D4AA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Talk to AI like a pro (ChatGPT, Claude, Gemini)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00D4AA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Write powerful prompts that get great results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00D4AA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Create images, videos &amp; presentations with AI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00D4AA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Save hours on emails, notes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Build simple websites without coding knowledge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Automate boring repetitive tasks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Understand AI risks and use it safely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10B981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Find AI-powered career opportunities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5-Day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AI Assistants &amp;</a:t>
            </a:r>
            <a:br/>
            <a:r>
              <a:t>Prompt Writing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1371600"/>
            <a:ext cx="201168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70632" y="137160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90672" y="201168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Content Creation</a:t>
            </a:r>
            <a:br/>
            <a:r>
              <a:t>Writing &amp;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371600"/>
            <a:ext cx="201168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4064" y="1371600"/>
            <a:ext cx="2011680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04104" y="201168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Video, Voice</a:t>
            </a:r>
            <a:br/>
            <a:r>
              <a:t>&amp; Multimedia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97496" y="1371600"/>
            <a:ext cx="201168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97496" y="1371600"/>
            <a:ext cx="201168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17536" y="201168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Productivity</a:t>
            </a:r>
            <a:br/>
            <a:r>
              <a:t>&amp;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10928" y="1371600"/>
            <a:ext cx="201168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10928" y="13716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30968" y="201168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301752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Careers, Ethics</a:t>
            </a:r>
            <a:br/>
            <a:r>
              <a:t>&amp; Final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9CF0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  AI Assistants &amp; Prompt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Meet the Big 3  |  Write Better Prompts  |  Real Examples  |  Hands-On 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is an AI Assistant?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Think of it as a super-smart helper that can read, write and think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It's like having a personal assistant available 24/7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You type a question or instruction --&gt; AI gives you an answer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It can write emails, summarize documents, translate languages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It can explain complex topics in simple words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It can help you with almost any work task -- for FREE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89CF0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But remember: AI can make mistakes! Always double-check important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3 Best AI Tools You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These are free to start using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47472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9CF0"/>
                </a:solidFill>
                <a:latin typeface="Calibri"/>
              </a:defRPr>
            </a:pPr>
            <a:r>
              <a:t>chat.openai.com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The most popular AI.</a:t>
            </a:r>
            <a:br/>
            <a:r>
              <a:t>Good at everything --</a:t>
            </a:r>
            <a:br/>
            <a:r>
              <a:t>writing, coding, images,</a:t>
            </a:r>
            <a:br/>
            <a:r>
              <a:t>research.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10312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10312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Calibri"/>
              </a:defRPr>
            </a:pPr>
            <a:r>
              <a:t>claude.ai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Best for long documents</a:t>
            </a:r>
            <a:br/>
            <a:r>
              <a:t>and detailed writing.</a:t>
            </a:r>
            <a:br/>
            <a:r>
              <a:t>Sounds very natural</a:t>
            </a:r>
            <a:br/>
            <a:r>
              <a:t>and human.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0312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Google 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gemini.google.com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4747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Connected to Google.</a:t>
            </a:r>
            <a:br/>
            <a:r>
              <a:t>Knows latest information.</a:t>
            </a:r>
            <a:br/>
            <a:r>
              <a:t>Can analyze images</a:t>
            </a:r>
            <a:br/>
            <a:r>
              <a:t>and videos.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More Useful AI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Each tool does something special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Perplexity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Like Google, but gives you</a:t>
            </a:r>
            <a:br/>
            <a:r>
              <a:t>a direct answer WITH sources.</a:t>
            </a:r>
            <a:br/>
            <a:r>
              <a:t>No more clicking 10 links!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NotebookLM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Upload any document (PDF, notes)</a:t>
            </a:r>
            <a:br/>
            <a:r>
              <a:t>and AI reads it for you.</a:t>
            </a:r>
            <a:br/>
            <a:r>
              <a:t>Even creates a podcast from it!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73152" cy="192024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Microsoft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 inside Word, Excel &amp;</a:t>
            </a:r>
            <a:br/>
            <a:r>
              <a:t>PowerPoint. Helps you write</a:t>
            </a:r>
            <a:br/>
            <a:r>
              <a:t>documents and create slides.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73152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526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Grammarly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Fixes your English grammar,</a:t>
            </a:r>
            <a:br/>
            <a:r>
              <a:t>spelling and tone in real-time.</a:t>
            </a:r>
            <a:br/>
            <a:r>
              <a:t>Works everywhere you type.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is a Prompt?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 prompt is simply the instruction you give to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97280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A prompt = Your message to AI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Think of AI like a new employee on their first day: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   If you say: "Do the report" -- they won't know what you want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   If you say: "Write a 1-page sales report for July, include total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   revenue and top 3 products, use bullet points" -- MUCH better!</a:t>
            </a: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</a:p>
          <a:p>
            <a:pPr algn="l">
              <a:spcAft>
                <a:spcPts val="1100"/>
              </a:spcAft>
              <a:defRPr sz="2200" b="0">
                <a:solidFill>
                  <a:srgbClr val="B0BCD4"/>
                </a:solidFill>
                <a:latin typeface="Calibri"/>
              </a:defRPr>
            </a:pPr>
            <a:r>
              <a:t>The better your instructions, the better AI's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Level 1: The Prompt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Always include these 5 things in your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Bad Prompt (vague)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"Write something about</a:t>
            </a:r>
            <a:br/>
            <a:r>
              <a:t>my business."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Good Prompt (specific)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"Write a 200-word Instagram caption for my bakery business in Lahore. Target audience: young professionals. Tone: friendly and casual. Include 3 relevant hashtags."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Formula: GOAL + CONTEXT + AUDIENCE + STYLE + OUTPUT FORMAT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More Prompt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See how adding details changes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a Teacher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4114800" cy="146304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"Make a quiz."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651760"/>
            <a:ext cx="6583680" cy="146304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74320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"Create a 10-question multiple choice quiz on Chapter 5 (Photosynthesis) for Class 9. Include 4 options per question and mark the correct answer."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a Business 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4114800" cy="146304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"Write an email."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5029200"/>
            <a:ext cx="6583680" cy="146304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512064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"Write a professional email to a client who hasn't paid their invoice for 30 days. Be polite but firm. Include the invoice number #2847 and deadline."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Level 2: Make AI Think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Add 'Think step by step' to get smarter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Normal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"Should I open a tea stall</a:t>
            </a:r>
            <a:br/>
            <a:r>
              <a:t>or a juice shop?"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Step-by-Step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"I have PKR 300,000 to invest in Rawalpindi. Think step by step:</a:t>
            </a:r>
            <a:br/>
            <a:r>
              <a:t>1. Compare startup costs of a tea stall vs juice shop</a:t>
            </a:r>
            <a:br/>
            <a:r>
              <a:t>2. Compare monthly expenses</a:t>
            </a:r>
            <a:br/>
            <a:r>
              <a:t>3. Estimate daily customers for each</a:t>
            </a:r>
            <a:br/>
            <a:r>
              <a:t>4. Calculate which gives better profit</a:t>
            </a:r>
            <a:br/>
            <a:r>
              <a:t>5. Give me your recommendation with reasons"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This technique is called 'Chain of Thought' -- it makes AI think before answering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Level 3: Teach AI by Giving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Show AI what you want -- it will copy your style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Example: You want AI to write product descriptions in YOUR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Your examples (you provide these):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Product: Kashmiri Chai Mix</a:t>
            </a:r>
            <a:br/>
            <a:r>
              <a:t>Description: "Warm your soul with our authentic Kashmiri chai -- hand-blended with real cardamom, cinnamon &amp; almonds. One sip and you're in the mountains."</a:t>
            </a:r>
            <a:br/>
            <a:br/>
            <a:r>
              <a:t>Product: Honey</a:t>
            </a:r>
            <a:br/>
            <a:r>
              <a:t>Description: "Pure mountain honey, straight from the beehives of Swat Valley. No sugar, no chemicals -- just nature's sweetest gift in every spoon."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Now ask AI: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"Now write a description for: Organic Green Tea -- using the same style as above."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Level 4: Give AI a Complete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For important work, treat your prompt like a job assignment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5720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Calibri"/>
              </a:defRPr>
            </a:pPr>
            <a:r>
              <a:t>Real Example: Asking AI to Write a Client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D4AA"/>
                </a:solidFill>
                <a:latin typeface="Consolas"/>
              </a:defRPr>
            </a:pPr>
            <a:r>
              <a:t>You are a professional business consultant in Pakistan.</a:t>
            </a:r>
            <a:br/>
            <a:br/>
            <a:r>
              <a:t>Task: Write a proposal for a restaurant owner who wants a new website.</a:t>
            </a:r>
            <a:br/>
            <a:br/>
            <a:r>
              <a:t>Background: The restaurant is called 'Desi Flavors' in Islamabad.</a:t>
            </a:r>
            <a:br/>
            <a:r>
              <a:t>They have 50 menu items and want online ordering.</a:t>
            </a:r>
            <a:br/>
            <a:r>
              <a:t>Budget: PKR 200,000. Timeline: 4 weeks.</a:t>
            </a:r>
            <a:br/>
            <a:br/>
            <a:r>
              <a:t>Rules:</a:t>
            </a:r>
            <a:br/>
            <a:r>
              <a:t>  - Keep it under 1 page</a:t>
            </a:r>
            <a:br/>
            <a:r>
              <a:t>  - Use professional but friendly tone</a:t>
            </a:r>
            <a:br/>
            <a:r>
              <a:t>  - Include 3 packages (Basic, Standard, Premium)</a:t>
            </a:r>
            <a:br/>
            <a:r>
              <a:t>  - Show prices in PKR</a:t>
            </a:r>
            <a:br/>
            <a:br/>
            <a:r>
              <a:t>Format: Use headings, bullet points, and a simple pricing table.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Try these prompts right now!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Ask AI to explain your job to a child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48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"Explain what a [your job] does, in simple words that a 10-year-old can understand."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Summarize a long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46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"Summarize this article in 5 bullet points. Keep each point under 20 words."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79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39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Write a professional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34339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"Write a polite email to my boss requesting 3 days leave for a family wedding in Karachi."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59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7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Translate with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440679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"Translate this business email from English to professional Urdu. Keep the formal tone."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6576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15-Minute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CD4"/>
                </a:solidFill>
                <a:latin typeface="Calibri"/>
              </a:defRPr>
            </a:pPr>
            <a:r>
              <a:t>Write a detailed prompt for the hardest task</a:t>
            </a:r>
            <a:br/>
            <a:r>
              <a:t>in your daily work.</a:t>
            </a:r>
            <a:br/>
            <a:br/>
            <a:r>
              <a:t>Compare results from ChatGPT, Claude and Gemini.</a:t>
            </a:r>
            <a:br/>
            <a:r>
              <a:t>Which one gave the best answer?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  AI for Content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Professional Writing  |  Image Generation  |  Presentations  |  Design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Can Write Almost Anything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Just tell it what you need -- it writes the first draft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Emails &amp; Letters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Write professional emails from just a few bullet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Reports &amp; Proposals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Give AI your outline, it writes a complete document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Social Media Posts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Instagram captions, LinkedIn posts, Twitter threads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Resume &amp; Cover 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Tailored to any specific job description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English to Urdu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Professional translation in seconds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2920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074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Study Notes &amp; Summaries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Turn long chapters into short key points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Writing Prompt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See the difference details make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Weak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"Write a LinkedIn post."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Professional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"Write a LinkedIn post about how I used AI to save 5 hours per week at my marketing agency. Tone: professional but conversational. Length: 150 words. End with a question to encourage comments. Include 3 relevant hashtags."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Always tell AI: WHAT to write, WHO it's for, HOW LONG, and WHAT TONE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Real Example: Writing an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Before and after using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What You Type (30 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"Write a professional email:</a:t>
            </a:r>
            <a:br/>
            <a:r>
              <a:t>- To: supplier</a:t>
            </a:r>
            <a:br/>
            <a:r>
              <a:t>- Topic: late delivery of 500 boxes</a:t>
            </a:r>
            <a:br/>
            <a:r>
              <a:t>- Tone: polite but firm</a:t>
            </a:r>
            <a:br/>
            <a:r>
              <a:t>- Ask for new delivery date</a:t>
            </a:r>
            <a:br/>
            <a:r>
              <a:t>- Mention this is 2nd delay"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What AI Writes (instant)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"Subject: Follow-Up on Delayed Order #4521</a:t>
            </a:r>
            <a:br/>
            <a:br/>
            <a:r>
              <a:t>Dear Mr. Ahmed,</a:t>
            </a:r>
            <a:br/>
            <a:br/>
            <a:r>
              <a:t>I hope this message finds you well. I am writing regarding our order #4521 for 500 boxes, which was originally scheduled for delivery on July 15th...</a:t>
            </a:r>
            <a:br/>
            <a:br/>
            <a:r>
              <a:t>[Complete professional email]"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You just wrote a perfect email in 30 seconds instead of 15 minutes!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Image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Create professional images by describing what you want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0604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0604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Type a description,</a:t>
            </a:r>
            <a:br/>
            <a:r>
              <a:t>get an image instantly.</a:t>
            </a:r>
            <a:br/>
            <a:r>
              <a:t>Easiest to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60604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103120"/>
            <a:ext cx="2606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377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Canva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Templates + AI.</a:t>
            </a:r>
            <a:br/>
            <a:r>
              <a:t>Best for social media</a:t>
            </a:r>
            <a:br/>
            <a:r>
              <a:t>and presentations.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60604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2606040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377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Microsoft Designer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0896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Free! Great for</a:t>
            </a:r>
            <a:br/>
            <a:r>
              <a:t>quick professional</a:t>
            </a:r>
            <a:br/>
            <a:r>
              <a:t>graphics.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103120"/>
            <a:ext cx="2606040" cy="32004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103120"/>
            <a:ext cx="260604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3774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Adobe Firefly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0896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CD4"/>
                </a:solidFill>
                <a:latin typeface="Calibri"/>
              </a:defRPr>
            </a:pPr>
            <a:r>
              <a:t>Professional-grade.</a:t>
            </a:r>
            <a:br/>
            <a:r>
              <a:t>Works inside</a:t>
            </a:r>
            <a:br/>
            <a:r>
              <a:t>Photoshop.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Image Prompt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More details = better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Weak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"A shop."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Detailed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"A modern Pakistani restaurant interior with warm wooden furniture, soft golden lighting, traditional truck art on the walls, a long counter with a glass display of desserts, photorealistic style, high quality."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Include: SUBJECT + SETTING + STYLE + LIGHTING + QUALITY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More Image Prompt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Try these in ChatGPT or Canva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2860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402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"Design a modern minimalist logo for a tech company called 'NexGen Solutions'. Use blue and white colors, clean lines, and a subtle circuit pattern."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22860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Social Media 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7033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"Create an Instagram post graphic for a summer sale. 50% off text in bold. Bright yellow and orange gradient background. Happy shopping bags illustration."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228600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Event Poster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1663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"Design a professional poster for a school science fair on August 15. Include space for event details. Use colorful atoms and planets as decorations. Modern clean layout."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Can Make Presentations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Just give it a topic -- get a complete slide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Gamma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gamma.app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Give it a topic or paste your notes.</a:t>
            </a:r>
            <a:br/>
            <a:r>
              <a:t>It creates a complete beautiful</a:t>
            </a:r>
            <a:br/>
            <a:r>
              <a:t>presentation in 30 seconds!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10312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10312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Canva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Calibri"/>
              </a:defRPr>
            </a:pPr>
            <a:r>
              <a:t>canva.com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Choose a template, AI helps you</a:t>
            </a:r>
            <a:br/>
            <a:r>
              <a:t>fill in content and design.</a:t>
            </a:r>
            <a:br/>
            <a:r>
              <a:t>Great for social media style decks.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03120"/>
            <a:ext cx="347472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Google Slides + 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9CF0"/>
                </a:solidFill>
                <a:latin typeface="Calibri"/>
              </a:defRPr>
            </a:pPr>
            <a:r>
              <a:t>slides.google.com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 assistant inside Google Slides.</a:t>
            </a:r>
            <a:br/>
            <a:r>
              <a:t>Helps write content and</a:t>
            </a:r>
            <a:br/>
            <a:r>
              <a:t>generate speaker notes.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Hands-On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Create these right now!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1. Professional LinkedIn 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Use ChatGPT to write a post about your work or expertise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2. Social Media Graphic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Use Canva AI or ChatGPT to create a poster or banner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 5-Slide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Use Gamma to create a presentation on any topic you choose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6576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15-Minute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CD4"/>
                </a:solidFill>
                <a:latin typeface="Calibri"/>
              </a:defRPr>
            </a:pPr>
            <a:r>
              <a:t>Create a complete social media post:</a:t>
            </a:r>
            <a:br/>
            <a:r>
              <a:t>Image + Caption + Hashtags</a:t>
            </a:r>
            <a:br/>
            <a:br/>
            <a:r>
              <a:t>Do it in under 10 minutes using any AI tool!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5A8E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  AI for Video, Voice &amp;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Video Creation  |  AI Voice  |  Music &amp; Captions  |  Deepfakes Discussion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Why Video Content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Video is the #1 type of content on the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Video gets 1200% more shares than text and images combined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82% of all internet traffic is video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YouTube, TikTok, Instagram Reels -- all video-first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The problem? Making videos used to require: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   Camera, studio, actors, editing software, and lots of time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F05A8E"/>
                </a:solidFill>
                <a:latin typeface="Calibri"/>
              </a:rPr>
              <a:t>  </a:t>
            </a:r>
            <a:r>
              <a:rPr sz="2400">
                <a:solidFill>
                  <a:srgbClr val="B0BCD4"/>
                </a:solidFill>
                <a:latin typeface="Calibri"/>
              </a:rPr>
              <a:t>Now? AI can create videos from just a text description!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Video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Each tool has different strengths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0604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CapCut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Easiest to use!</a:t>
            </a:r>
            <a:br/>
            <a:r>
              <a:t>Auto-editing, captions,</a:t>
            </a:r>
            <a:br/>
            <a:r>
              <a:t>and effects built-in.</a:t>
            </a:r>
            <a:br/>
            <a:r>
              <a:t>Perfect for beginners.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103120"/>
            <a:ext cx="2606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3774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Canva AI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089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Templates + AI.</a:t>
            </a:r>
            <a:br/>
            <a:r>
              <a:t>Professional marketing</a:t>
            </a:r>
            <a:br/>
            <a:r>
              <a:t>videos made simple.</a:t>
            </a:r>
            <a:br/>
            <a:r>
              <a:t>Great for social media.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103120"/>
            <a:ext cx="2606040" cy="54864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3774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Pika / Kling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089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Type a description</a:t>
            </a:r>
            <a:br/>
            <a:r>
              <a:t>and AI creates a</a:t>
            </a:r>
            <a:br/>
            <a:r>
              <a:t>video from scratch.</a:t>
            </a:r>
            <a:br/>
            <a:r>
              <a:t>Text-to-video magic!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10312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103120"/>
            <a:ext cx="2606040" cy="54864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3774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Runway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0896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Advanced effects.</a:t>
            </a:r>
            <a:br/>
            <a:r>
              <a:t>Remove backgrounds,</a:t>
            </a:r>
            <a:br/>
            <a:r>
              <a:t>change styles.</a:t>
            </a:r>
            <a:br/>
            <a:r>
              <a:t>For serious creators.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4 Ways to Create Videos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Choose the method that works best for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Text to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Type a description, AI creates the video.</a:t>
            </a:r>
            <a:br/>
            <a:r>
              <a:t>"A sunset over Islamabad with birds flying"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394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Image to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Take your AI-generated image</a:t>
            </a:r>
            <a:br/>
            <a:r>
              <a:t>and turn it into a moving video clip.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539496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Long to Short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Have a long video? AI automatically clips</a:t>
            </a:r>
            <a:br/>
            <a:r>
              <a:t>it into short viral-ready videos (Opus Clip).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539496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Script to Avatar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74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Write a script, AI avatar speaks it</a:t>
            </a:r>
            <a:br/>
            <a:r>
              <a:t>on camera. No filming needed!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Voice &amp;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Add professional voiceovers, music, and captions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192024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ElevenLabs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Create realistic AI voiceovers.</a:t>
            </a:r>
            <a:br/>
            <a:r>
              <a:t>Supports Urdu! Perfect for</a:t>
            </a:r>
            <a:br/>
            <a:r>
              <a:t>video narration and podcasts.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Suno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Type a description and AI creates</a:t>
            </a:r>
            <a:br/>
            <a:r>
              <a:t>original music! Background music</a:t>
            </a:r>
            <a:br/>
            <a:r>
              <a:t>for your videos -- free.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73152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Edit your video by editing</a:t>
            </a:r>
            <a:br/>
            <a:r>
              <a:t>the text! Delete a sentence from</a:t>
            </a:r>
            <a:br/>
            <a:r>
              <a:t>the transcript = deleted from video.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8912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89120"/>
            <a:ext cx="73152" cy="192024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CapCut Auto-Captions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Automatically adds subtitles</a:t>
            </a:r>
            <a:br/>
            <a:r>
              <a:t>to any video. Supports multiple</a:t>
            </a:r>
            <a:br/>
            <a:r>
              <a:t>languages including Urdu.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Warning: Deepfakes &amp; Fake Videos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AI can also be misused -- learn to spot fakes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Deepfakes = AI-generated fake videos of real people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Used for: identity theft, fraud, political manipulation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How to spot them: unnatural blinking, weird edges, odd lighting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EU AI Act (August 2026) will require labeling AI content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Rule: Never create fake videos of real people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Rule: Always disclose when content is AI-generated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05A8E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Rule: If it looks too good to be true, verify it!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6576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15-Minute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CD4"/>
                </a:solidFill>
                <a:latin typeface="Calibri"/>
              </a:defRPr>
            </a:pPr>
            <a:r>
              <a:t>Create a 30-second promotional video:</a:t>
            </a:r>
            <a:br/>
            <a:br/>
            <a:r>
              <a:t>1. Use any video tool (CapCut, Canva, Pika)</a:t>
            </a:r>
            <a:br/>
            <a:r>
              <a:t>2. Add AI voiceover or music</a:t>
            </a:r>
            <a:br/>
            <a:r>
              <a:t>3. Add captions/subtitles</a:t>
            </a:r>
            <a:br/>
            <a:br/>
            <a:r>
              <a:t>Topic: Your business, service, or any idea!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8A47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  Productivity, Coding &amp;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Save Hours Daily  |  Build Without Coding  |  AI Agents  |  Automate Everything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Tools That Save You Hours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Replace boring tasks with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1031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Superhuman / SaneBox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031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 writes replies, sorts inbox, removes spam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035808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Calendar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17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Motion / Clockwise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0175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 schedules your meetings and blocks focus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50208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931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Notion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9319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AI summarizes, organizes and searches your 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864608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Meetings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846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Fathom / Granola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8463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Records meetings, writes summaries, lists action items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779008"/>
            <a:ext cx="164592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760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Perplexity / NotebookLM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57607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Get answers with sources, analyze documents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Build Things Without Knowing How to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Just describe what you want -- AI writes the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You DON'T need to be a programmer!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Just tell ChatGPT or Gemini what you want to build: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   "Build me a simple website with my name, photo, and services"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   "Create a BMI calculator that works in the browser"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   "Make a quiz app with 10 questions about Pakistan history"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AI writes all the code. You just copy, paste, and open it!</a:t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/>
            </a:r>
          </a:p>
          <a:p>
            <a:pPr algn="l">
              <a:spcAft>
                <a:spcPts val="1100"/>
              </a:spcAft>
            </a:pPr>
            <a:r>
              <a:rPr sz="2000">
                <a:solidFill>
                  <a:srgbClr val="FF8A47"/>
                </a:solidFill>
                <a:latin typeface="Calibri"/>
              </a:rPr>
              <a:t>  </a:t>
            </a:r>
            <a:r>
              <a:rPr sz="2200">
                <a:solidFill>
                  <a:srgbClr val="B0BCD4"/>
                </a:solidFill>
                <a:latin typeface="Calibri"/>
              </a:rPr>
              <a:t>But important: Learn to READ what AI creates, don't just blindly copy.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Real Example: Building a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Tell AI exactly what you want on your website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2D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5A8E"/>
                </a:solidFill>
                <a:latin typeface="Calibri"/>
              </a:defRPr>
            </a:pPr>
            <a:r>
              <a:t>What You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"Create a personal portfolio website for me.</a:t>
            </a:r>
            <a:br/>
            <a:r>
              <a:t>Name: Ahmed Khan</a:t>
            </a:r>
            <a:br/>
            <a:r>
              <a:t>Job: Graphic Designer in Karachi</a:t>
            </a:r>
            <a:br/>
            <a:r>
              <a:t>Include: About Me, My Work (6 project cards with placeholder images), Contact form, Social media links.</a:t>
            </a:r>
            <a:br/>
            <a:r>
              <a:t>Style: Modern, dark theme, professional.</a:t>
            </a:r>
            <a:br/>
            <a:r>
              <a:t>Make it responsive for mobile."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0D2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"AI writes a complete HTML/CSS website</a:t>
            </a:r>
            <a:br/>
            <a:r>
              <a:t>that you can open in any browser!</a:t>
            </a:r>
            <a:br/>
            <a:br/>
            <a:r>
              <a:t>It includes:</a:t>
            </a:r>
            <a:br/>
            <a:r>
              <a:t>- Beautiful layout</a:t>
            </a:r>
            <a:br/>
            <a:r>
              <a:t>- Working contact form</a:t>
            </a:r>
            <a:br/>
            <a:r>
              <a:t>- Mobile-friendly design</a:t>
            </a:r>
            <a:br/>
            <a:r>
              <a:t>- Ready to customize"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03520"/>
            <a:ext cx="9418320" cy="9144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9496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Calibri"/>
              </a:defRPr>
            </a:pPr>
            <a:r>
              <a:t>A website that would take a developer days -- done in 2 minutes!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Agents: The Next Big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AI that doesn't just answer -- it DOES things for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029200" cy="2011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A47"/>
                </a:solidFill>
                <a:latin typeface="Calibri"/>
              </a:defRPr>
            </a:pPr>
            <a:r>
              <a:t>Regular AI (ChatGPT)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You ask a question</a:t>
            </a:r>
            <a:br/>
            <a:r>
              <a:t>AI gives you an answer</a:t>
            </a:r>
            <a:br/>
            <a:r>
              <a:t>You have to do the work yourself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AI Agent (the future)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You set a goal</a:t>
            </a:r>
            <a:br/>
            <a:r>
              <a:t>AI plans the steps</a:t>
            </a:r>
            <a:br/>
            <a:r>
              <a:t>AI does the work FOR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Real Examples of AI Agents: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Customer sends email --&gt; AI reads it, checks order status, replies automatically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New invoice received --&gt; AI reads PDF, checks budget, sends for approval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New lead found --&gt; AI researches them, writes personalized email, schedules meeting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Automation Tools: Connect Your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Make your apps talk to each other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474720" cy="54864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Zapier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9CF0"/>
                </a:solidFill>
                <a:latin typeface="Calibri"/>
              </a:defRPr>
            </a:pPr>
            <a:r>
              <a:t>zapier.com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0BCD4"/>
                </a:solidFill>
                <a:latin typeface="Calibri"/>
              </a:defRPr>
            </a:pPr>
            <a:r>
              <a:t>Connect 9,000+ apps.</a:t>
            </a:r>
            <a:br/>
            <a:r>
              <a:t>Example: 'When I get a Google Form</a:t>
            </a:r>
            <a:br/>
            <a:r>
              <a:t>response, save it to Sheets AND</a:t>
            </a:r>
            <a:br/>
            <a:r>
              <a:t>send a confirmation email'</a:t>
            </a:r>
            <a:br/>
            <a:r>
              <a:t>No coding needed!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10312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10312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Calibri"/>
              </a:defRPr>
            </a:pPr>
            <a:r>
              <a:t>make.com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0BCD4"/>
                </a:solidFill>
                <a:latin typeface="Calibri"/>
              </a:defRPr>
            </a:pPr>
            <a:r>
              <a:t>Visual workflow builder.</a:t>
            </a:r>
            <a:br/>
            <a:r>
              <a:t>Drag and drop to create</a:t>
            </a:r>
            <a:br/>
            <a:r>
              <a:t>complex automations.</a:t>
            </a:r>
            <a:br/>
            <a:r>
              <a:t>Great for business processes.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0312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n8n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n8n.io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4747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0BCD4"/>
                </a:solidFill>
                <a:latin typeface="Calibri"/>
              </a:defRPr>
            </a:pPr>
            <a:r>
              <a:t>Open-source and free.</a:t>
            </a:r>
            <a:br/>
            <a:r>
              <a:t>Build custom AI agents</a:t>
            </a:r>
            <a:br/>
            <a:r>
              <a:t>and workflows. More</a:t>
            </a:r>
            <a:br/>
            <a:r>
              <a:t>technical but very powerful.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Hands-On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73152" cy="1188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1. Build Your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Ask ChatGPT to create a personal webpage with your name, skills &amp; contact info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73152" cy="1188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2. Try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Plan a simple automation: 'When X happens, do Y automatically'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097280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 Create a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Ask AI to build you a simple calculator, quiz, or to-do list app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6576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15-Minute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CD4"/>
                </a:solidFill>
                <a:latin typeface="Calibri"/>
              </a:defRPr>
            </a:pPr>
            <a:r>
              <a:t>Build a simple webpage with AI.</a:t>
            </a:r>
            <a:br/>
            <a:br/>
            <a:r>
              <a:t>Customize it with YOUR real information.</a:t>
            </a:r>
            <a:br/>
            <a:br/>
            <a:r>
              <a:t>Bonus: Ask AI to add a dark mode toggle!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  Careers, Ethics &amp;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CD4"/>
                </a:solidFill>
                <a:latin typeface="Calibri"/>
              </a:defRPr>
            </a:pPr>
            <a:r>
              <a:t>AI in Every Industry  |  Earning Opportunities  |  Responsible AI  |  Your Final Project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How AI is Used in Every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AI assists professionals -- it doesn't replace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reads X-rays, helps doctors diagnose faster, tracks patient 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creates personalized lessons, auto-grades tests, helps students 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searches through thousands of legal documents in seconds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Agriculture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AI-powered drones detect crop diseases, smart irrigation saves 40% water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predicts which customers will buy, automates marketing campaigns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2920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77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tests thousands of designs instantly, predicts when machines will break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Career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High-demand roles, especially for Pakistani freelancers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Automation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031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Build chatbots &amp; workflows for businesses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10312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PKR 200K-500K+/month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Prompt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Write optimized prompts for companies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01752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PKR 100K-300K/month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Content Creator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931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Create content using AI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93192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PKR 150K-400K/month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548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Video Creator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8463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Make educational &amp; marketing videos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484632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PKR 100K-250K/month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692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Web 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7607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CD4"/>
                </a:solidFill>
                <a:latin typeface="Calibri"/>
              </a:defRPr>
            </a:pPr>
            <a:r>
              <a:t>Build websites using AI coding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760720"/>
            <a:ext cx="274320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PKR 150K-500K/month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Where to Learn &amp; Where to 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Resources specifically for Pakistan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Learn AI (Free &amp; in Urdu)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AI Seekho Pakistan -- Free masterclasses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No Code Pakistan -- AI agents &amp; automation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Urdu Ai (WALI) -- Mobile learning platform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0B981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YouTube -- Search 'AI tools in Urdu'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9CF0"/>
                </a:solidFill>
                <a:latin typeface="Calibri"/>
              </a:defRPr>
            </a:pPr>
            <a:r>
              <a:t>Earn Money (Freelancing)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389CF0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Upwork -- Largest freelance marketplace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389CF0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Fiverr -- Quick gig-based work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389CF0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LinkedIn -- Direct client outreach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389CF0"/>
                </a:solidFill>
                <a:latin typeface="Calibri"/>
              </a:rPr>
              <a:t>  </a:t>
            </a:r>
            <a:r>
              <a:rPr sz="2000">
                <a:solidFill>
                  <a:srgbClr val="B0BCD4"/>
                </a:solidFill>
                <a:latin typeface="Calibri"/>
              </a:rPr>
              <a:t>Toptal -- Premium high-paying clients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AI Risks You Must Know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Use AI wisely -- it's powerful but not perfect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4572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A47"/>
                </a:solidFill>
                <a:latin typeface="Calibri"/>
              </a:defRPr>
            </a:pPr>
            <a:r>
              <a:t>AI Makes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can confidently give WRONG answers. Always double-check facts!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53949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Copyright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AI-generated content may not be legally yours. Be careful with commercial 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539496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5A8E"/>
                </a:solidFill>
                <a:latin typeface="Calibri"/>
              </a:defRPr>
            </a:pPr>
            <a:r>
              <a:t>Privacy Danger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Never paste personal, client, or company secrets into AI tools.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53949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Deepfakes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can create fake videos of real people. Never misuse this technology.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5394960" cy="4572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9CF0"/>
                </a:solidFill>
                <a:latin typeface="Calibri"/>
              </a:defRPr>
            </a:pPr>
            <a:r>
              <a:t>Bias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can be unfair or biased because it learned from biased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29200"/>
            <a:ext cx="5394960" cy="4572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5A8E"/>
                </a:solidFill>
                <a:latin typeface="Calibri"/>
              </a:defRPr>
            </a:pPr>
            <a:r>
              <a:t>Fake News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CD4"/>
                </a:solidFill>
                <a:latin typeface="Calibri"/>
              </a:defRPr>
            </a:pPr>
            <a:r>
              <a:t>AI can create convincing fake news articles. Verify everything!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5 Golden Rules for Using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Follow these and you'll never go wrong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Always Double-Check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57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AI makes mistakes. Verify important facts before using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0175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260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Protect Private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71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Never paste passwords, client info, or secrets into 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9319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0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Be Honest About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8862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Tell people when you used AI to create something.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8463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54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 is a Tool, Not a Brain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8006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Use AI to help you think, not to replace your thinking.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69280"/>
            <a:ext cx="10972800" cy="73152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57607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6692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Keep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7150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AI changes fast. Stay curious and keep exploring new tools.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Show what you've learned! Choose any topic and create: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Professional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574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A report, proposal, or article written with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80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Visual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A poster, social media graphic, or infographic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840479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49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Short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94759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30-60 second video with voiceover and captions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177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6634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5-7 slide deck using Gamma or Canva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577840"/>
            <a:ext cx="50292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4864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2-Minute Talk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55321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0BCD4"/>
                </a:solidFill>
                <a:latin typeface="Calibri"/>
              </a:defRPr>
            </a:pPr>
            <a:r>
              <a:t>Present to the group: What tools you used &amp; what you learned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Topics: Your Business  |  Pakistan  |  Education  |  Climate Change  |  Any Topic You Like!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463040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Daily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94560"/>
            <a:ext cx="8503920" cy="365760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15-Minute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0040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CD4"/>
                </a:solidFill>
                <a:latin typeface="Calibri"/>
              </a:defRPr>
            </a:pPr>
            <a:r>
              <a:t>Present your complete AI-powered project!</a:t>
            </a:r>
            <a:br/>
            <a:br/>
            <a:r>
              <a:t>Explain: What tools you used,</a:t>
            </a:r>
            <a:br/>
            <a:r>
              <a:t>what worked, and what surprised you.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All AI Tools -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051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ChatGPT, Claude, Gemini, Copilot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54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Perplexity AI, NotebookLM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0574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Grammarly, Jasper AI, Copy.ai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6032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603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ChatGPT, Canva AI, Microsoft Designer, Adobe Firefly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0632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CapCut AI, Canva Video, Pika, Kling AI, Runway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Voice/Audio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5661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ElevenLabs, Suno AI, Descript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Presentations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069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Gamma, Canva, Google Slides + Gemini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572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ChatGPT, Cursor, v0 (Vercel), Replit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0749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Zapier, Make, n8n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7784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Productivity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577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Notion AI, Motion, Fathom, SaneBox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080760"/>
            <a:ext cx="2286000" cy="41148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Social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60807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CD4"/>
                </a:solidFill>
                <a:latin typeface="Calibri"/>
              </a:defRPr>
            </a:pPr>
            <a:r>
              <a:t>Buffer, FeedHive, Predis.ai, Opus Clip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Daily Challenges (15 minutes each)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73152" cy="868680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Write a detailed prompt for a complex task from your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7315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423160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Create a social media post: image + caption + hashtags in 10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39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39"/>
            <a:ext cx="73152" cy="868680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474719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47471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Create a 30-second video with AI voice, music &amp; captions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73152" cy="868680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526280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262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Build a simple webpage with AI (add your real info!)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59"/>
            <a:ext cx="10972800" cy="868680"/>
          </a:xfrm>
          <a:prstGeom prst="roundRect">
            <a:avLst>
              <a:gd name="adj" fmla="val 4000"/>
            </a:avLst>
          </a:prstGeom>
          <a:solidFill>
            <a:srgbClr val="13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394959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577839"/>
            <a:ext cx="1097280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57783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CD4"/>
                </a:solidFill>
                <a:latin typeface="Calibri"/>
              </a:defRPr>
            </a:pPr>
            <a:r>
              <a:t>Present your complete AI-powered project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704" cy="73152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704" y="0"/>
            <a:ext cx="2438704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7409" y="0"/>
            <a:ext cx="2438704" cy="73152"/>
          </a:xfrm>
          <a:prstGeom prst="rect">
            <a:avLst/>
          </a:prstGeom>
          <a:solidFill>
            <a:srgbClr val="F0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6114" y="0"/>
            <a:ext cx="2438704" cy="73152"/>
          </a:xfrm>
          <a:prstGeom prst="rect">
            <a:avLst/>
          </a:prstGeom>
          <a:solidFill>
            <a:srgbClr val="FF8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4819" y="0"/>
            <a:ext cx="2438704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AA"/>
                </a:solidFill>
                <a:latin typeface="Calibri"/>
              </a:defRPr>
            </a:pPr>
            <a:r>
              <a:t>AI in Professional Life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389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4572000"/>
            <a:ext cx="9418320" cy="1371600"/>
          </a:xfrm>
          <a:prstGeom prst="roundRect">
            <a:avLst>
              <a:gd name="adj" fmla="val 4000"/>
            </a:avLst>
          </a:prstGeom>
          <a:solidFill>
            <a:srgbClr val="2D2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7548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"AI is a power tool.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2120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Incredibly useful in skilled hands,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6692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  <a:latin typeface="Calibri"/>
              </a:defRPr>
            </a:pPr>
            <a:r>
              <a:t>dangerous in careless ones."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