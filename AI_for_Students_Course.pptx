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47" autoAdjust="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32004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3017520" cy="73152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773375" cy="73152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🤖  🎨  🎬  💻  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 for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AA"/>
                </a:solidFill>
                <a:latin typeface="Calibri"/>
              </a:defRPr>
            </a:pPr>
            <a:r>
              <a:t>Create, Learn &amp; Build with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114800"/>
            <a:ext cx="2103120" cy="36576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5-Day Practical Course  •  Class 9  •  20% Theory, 80% Hands-On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212080"/>
            <a:ext cx="2011680" cy="100584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5257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715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5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5212080"/>
            <a:ext cx="2011680" cy="100584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5257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715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Grade 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5212080"/>
            <a:ext cx="2011680" cy="100584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5257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715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80% Practical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5212080"/>
            <a:ext cx="2011680" cy="100584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5257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5715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AI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🎯 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By the end of this course, students will: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00D4AA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Understand AI and its limitations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00D4AA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Use AI safely and responsibly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00D4AA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Generate professional images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00D4AA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Create short AI videos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00D4AA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Design presentations using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10B981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Build a simple website using AI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10B981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Learn how AI helps different professions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10B981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Explore future AI careers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10B981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Think critically instead of blindly trusting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📋  Course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47548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06040"/>
            <a:ext cx="1188720" cy="384048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AI Basics &amp;</a:t>
            </a:r>
            <a:br/>
            <a:r>
              <a:t>Prompt Writing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371600"/>
            <a:ext cx="2011680" cy="47548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70632" y="137160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70632" y="1737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82112" y="2606040"/>
            <a:ext cx="1188720" cy="384048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AI Image Generation</a:t>
            </a:r>
            <a:br/>
            <a:r>
              <a:t>&amp; Graphic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371600"/>
            <a:ext cx="2011680" cy="47548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84064" y="1371600"/>
            <a:ext cx="2011680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4064" y="1737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95544" y="2606040"/>
            <a:ext cx="1188720" cy="384048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AI Video</a:t>
            </a:r>
            <a:br/>
            <a:r>
              <a:t>Creation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371600"/>
            <a:ext cx="2011680" cy="47548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97496" y="1371600"/>
            <a:ext cx="2011680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97496" y="1737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08976" y="2606040"/>
            <a:ext cx="1188720" cy="384048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656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Build with AI</a:t>
            </a:r>
            <a:br/>
            <a:r>
              <a:t>(Coding)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1371600"/>
            <a:ext cx="2011680" cy="47548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710928" y="137160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10928" y="1737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22408" y="2606040"/>
            <a:ext cx="1188720" cy="384048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Careers, Ethics</a:t>
            </a:r>
            <a:br/>
            <a:r>
              <a:t>&amp; Final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9CF0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🧠  AI Basics &amp; Prompt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Understanding AI  •  Types of AI  •  Prompt Engineering  •  Hands-On Practice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1: What is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389CF0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Artificial Intelligence explained simply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389CF0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AI vs Human Intelligence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389CF0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AI vs Google Search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389CF0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AI in daily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9CF0"/>
                </a:solidFill>
                <a:latin typeface="Calibri"/>
              </a:defRPr>
            </a:pPr>
            <a:r>
              <a:t>Real-World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YouTube recommendations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TikTok algorithm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Snapchat filters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Face Unlock on phones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ChatGPT conversations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2: Types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 dirty="0">
                <a:solidFill>
                  <a:srgbClr val="389CF0"/>
                </a:solidFill>
                <a:latin typeface="Calibri"/>
              </a:rPr>
              <a:t>●  </a:t>
            </a:r>
            <a:r>
              <a:rPr sz="2000" dirty="0">
                <a:solidFill>
                  <a:srgbClr val="B0BCD4"/>
                </a:solidFill>
                <a:latin typeface="Calibri"/>
              </a:rPr>
              <a:t>Text AI — ChatGPT, Gemini</a:t>
            </a:r>
            <a:r>
              <a:rPr lang="en-US" sz="2000" dirty="0">
                <a:solidFill>
                  <a:srgbClr val="B0BCD4"/>
                </a:solidFill>
                <a:latin typeface="Calibri"/>
              </a:rPr>
              <a:t>, Claude Ai, </a:t>
            </a:r>
            <a:r>
              <a:rPr lang="en-US" sz="2000" dirty="0" err="1">
                <a:solidFill>
                  <a:srgbClr val="B0BCD4"/>
                </a:solidFill>
                <a:latin typeface="Calibri"/>
              </a:rPr>
              <a:t>DeepSeek</a:t>
            </a:r>
            <a:r>
              <a:rPr lang="en-US" sz="2000" dirty="0">
                <a:solidFill>
                  <a:srgbClr val="B0BCD4"/>
                </a:solidFill>
                <a:latin typeface="Calibri"/>
              </a:rPr>
              <a:t>, Kimi</a:t>
            </a:r>
            <a:endParaRPr sz="2000" dirty="0">
              <a:solidFill>
                <a:srgbClr val="B0BCD4"/>
              </a:solidFill>
              <a:latin typeface="Calibri"/>
            </a:endParaRP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 dirty="0">
                <a:solidFill>
                  <a:srgbClr val="389CF0"/>
                </a:solidFill>
                <a:latin typeface="Calibri"/>
              </a:rPr>
              <a:t>●  </a:t>
            </a:r>
            <a:r>
              <a:rPr sz="2000" dirty="0">
                <a:solidFill>
                  <a:srgbClr val="B0BCD4"/>
                </a:solidFill>
                <a:latin typeface="Calibri"/>
              </a:rPr>
              <a:t>Image AI — DALL·E, Midjourney</a:t>
            </a:r>
            <a:r>
              <a:rPr lang="en-US" sz="2000" dirty="0">
                <a:solidFill>
                  <a:srgbClr val="B0BCD4"/>
                </a:solidFill>
                <a:latin typeface="Calibri"/>
              </a:rPr>
              <a:t>, Banana</a:t>
            </a:r>
            <a:endParaRPr sz="2000" dirty="0">
              <a:solidFill>
                <a:srgbClr val="B0BCD4"/>
              </a:solidFill>
              <a:latin typeface="Calibri"/>
            </a:endParaRP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 dirty="0">
                <a:solidFill>
                  <a:srgbClr val="389CF0"/>
                </a:solidFill>
                <a:latin typeface="Calibri"/>
              </a:rPr>
              <a:t>●  </a:t>
            </a:r>
            <a:r>
              <a:rPr sz="2000" dirty="0">
                <a:solidFill>
                  <a:srgbClr val="B0BCD4"/>
                </a:solidFill>
                <a:latin typeface="Calibri"/>
              </a:rPr>
              <a:t>Video AI — Pika, Kling AI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 dirty="0">
                <a:solidFill>
                  <a:srgbClr val="389CF0"/>
                </a:solidFill>
                <a:latin typeface="Calibri"/>
              </a:rPr>
              <a:t>●  </a:t>
            </a:r>
            <a:r>
              <a:rPr sz="2000" dirty="0">
                <a:solidFill>
                  <a:srgbClr val="B0BCD4"/>
                </a:solidFill>
                <a:latin typeface="Calibri"/>
              </a:rPr>
              <a:t>Voice AI — Siri, Google Assistant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 dirty="0">
                <a:solidFill>
                  <a:srgbClr val="389CF0"/>
                </a:solidFill>
                <a:latin typeface="Calibri"/>
              </a:rPr>
              <a:t>●  </a:t>
            </a:r>
            <a:r>
              <a:rPr sz="2000" dirty="0">
                <a:solidFill>
                  <a:srgbClr val="B0BCD4"/>
                </a:solidFill>
                <a:latin typeface="Calibri"/>
              </a:rPr>
              <a:t>Coding AI — GitHub Copilot, 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9CF0"/>
                </a:solidFill>
                <a:latin typeface="Calibri"/>
              </a:defRPr>
            </a:pPr>
            <a:r>
              <a:t>🔴  Live Demonstrations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Each type demonstrated in real-time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Students see AI respond to prompts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Compare outputs across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3: Prompt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A8E"/>
                </a:solidFill>
                <a:latin typeface="Calibri"/>
              </a:defRPr>
            </a:pPr>
            <a:r>
              <a:t>❌  Bad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"Tell me about Pakistan."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✅  Better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"Explain Pakistan's Independence for a Class 9 student in 150 words with three important facts."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📝  Prompt Formula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493776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93776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Audience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199" y="493776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Style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493776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Output 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93776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93776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93776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93776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Practical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Students ask AI to help with school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03520" cy="173736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Explain a science chapter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8346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Get a simple explanation of any topic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03120"/>
            <a:ext cx="5303520" cy="173736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2860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Summarize a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8346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Condense long stories into key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5303520" cy="173736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89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Translate English → Urdu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9377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Practice bilingual learning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206240"/>
            <a:ext cx="5303520" cy="173736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389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✏️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389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Make MCQs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9377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Generate practice questions for any subject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Homework &amp; 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029200" cy="36576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9CF0"/>
                </a:solidFill>
                <a:latin typeface="Calibri"/>
              </a:defRPr>
            </a:pPr>
            <a:r>
              <a:t>📝  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Use ChatGPT to explain one topic from your textbook and verify it with your textbook.</a:t>
            </a:r>
            <a:br/>
            <a:br/>
            <a:r>
              <a:t>Compare what AI says with what your book says. Note any differences.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029200" cy="36576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Calibri"/>
              </a:defRPr>
            </a:pPr>
            <a:r>
              <a:t>⚡  Daily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0175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dirty="0"/>
              <a:t>Write the best prompt to explain a difficult school topic.</a:t>
            </a:r>
            <a:br>
              <a:rPr dirty="0"/>
            </a:br>
            <a:br>
              <a:rPr dirty="0"/>
            </a:br>
            <a:r>
              <a:rPr dirty="0"/>
              <a:t>15 minutes — who can get the most accurate and useful response?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🎨  AI Image Generation &amp; Graphic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Image AI  •  Popular Tools  •  Prompt Writing for Images  •  Creative Projects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1: What is Image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8B5CF6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AI can create images from text descriptions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8B5CF6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No drawing skills needed!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8B5CF6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Professional quality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What You Can 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Posters &amp; Banners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Logos &amp; Branding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Book Covers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Social Media Posts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Wallpapers &amp; 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2: Popular Image AI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2011680" cy="32004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201168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4A6"/>
                </a:solidFill>
                <a:latin typeface="Calibri"/>
              </a:defRPr>
            </a:pPr>
            <a:r>
              <a:t>Image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2286000"/>
            <a:ext cx="2011680" cy="32004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97479" y="2286000"/>
            <a:ext cx="201168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79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Microsoft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4A6"/>
                </a:solidFill>
                <a:latin typeface="Calibri"/>
              </a:defRPr>
            </a:pPr>
            <a:r>
              <a:t>Designer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286000"/>
            <a:ext cx="2011680" cy="32004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0" y="2286000"/>
            <a:ext cx="20116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Canva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4A6"/>
                </a:solidFill>
                <a:latin typeface="Calibri"/>
              </a:defRPr>
            </a:pPr>
            <a:r>
              <a:t>Magic Media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2286000"/>
            <a:ext cx="2011680" cy="32004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60919" y="2286000"/>
            <a:ext cx="201168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19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Adobe Express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4A6"/>
                </a:solidFill>
                <a:latin typeface="Calibri"/>
              </a:defRPr>
            </a:pPr>
            <a:r>
              <a:t>AI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286000"/>
            <a:ext cx="2011680" cy="32004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92640" y="2286000"/>
            <a:ext cx="20116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4A6"/>
                </a:solidFill>
                <a:latin typeface="Calibri"/>
              </a:defRPr>
            </a:pPr>
            <a:r>
              <a:t>Image 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3: Prompt Writing for Images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A8E"/>
                </a:solidFill>
                <a:latin typeface="Calibri"/>
              </a:defRPr>
            </a:pPr>
            <a:r>
              <a:t>❌  Weak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CD4"/>
                </a:solidFill>
                <a:latin typeface="Calibri"/>
              </a:defRPr>
            </a:pPr>
            <a:r>
              <a:t>"Cat"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✅  Strong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"A realistic white cat sitting in a sunflower field at sunset, cinematic lighting, ultra detailed."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💡  The more details you add, the better your results!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Subject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502920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Setting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502920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Lighting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199" y="502920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Style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502920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Quality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Practical Activities &amp;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8B5CF6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School Poster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8B5CF6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Independence Day Poster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8B5CF6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Science Poster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8B5CF6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Wildlife Poster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8B5CF6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Dream Bedroom Design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8B5CF6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Dream School Design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8B5CF6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Book Cover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9456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2194560"/>
            <a:ext cx="50292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⭐ 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Create a motivational poster for students using AI.</a:t>
            </a:r>
            <a:br/>
            <a:br/>
            <a:r>
              <a:t>Include an inspiring quote, beautiful imagery, and your school name.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Homework &amp; 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94560"/>
            <a:ext cx="7589520" cy="32004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6888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⚡  Daily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1089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Design a school event poster using AI</a:t>
            </a:r>
            <a:br/>
            <a:br/>
            <a:r>
              <a:t>15 minutes — be creative with your prompts!</a:t>
            </a:r>
            <a:br/>
            <a:r>
              <a:t>Best designs will be showcased.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5A8E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🎬  AI Video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Video AI  •  Tools &amp; Techniques  •  Creation Methods  •  Deepfakes Discussion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1: What is AI Video?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05A8E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AI can generate videos from text, images, or voice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05A8E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No filming equipment needed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05A8E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Create educational content easily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5A8E"/>
                </a:solidFill>
                <a:latin typeface="Calibri"/>
              </a:defRPr>
            </a:pPr>
            <a:r>
              <a:t>Types of AI Videos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Animated Stories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History Documentaries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Science Explainers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Educational Shorts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2: Popular Video AI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05A8E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Google Veo — Advanced video generation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05A8E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CapCut AI — Easy editing with AI features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05A8E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Canva AI Video — Templates + AI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05A8E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Pika — Text-to-video creation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05A8E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Kling AI — Realistic video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5A8E"/>
                </a:solidFill>
                <a:latin typeface="Calibri"/>
              </a:defRPr>
            </a:pPr>
            <a:r>
              <a:t>⚠️  Important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Understand strengths &amp; limitations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Don't expect to master every tool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Focus on learning the concepts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Each tool has unique capabilities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3: Video Creation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91840" cy="32004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29184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🖼️ → 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Image →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4A6"/>
                </a:solidFill>
                <a:latin typeface="Calibri"/>
              </a:defRPr>
            </a:pPr>
            <a:r>
              <a:t>Turn your AI images into animated videos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286000"/>
            <a:ext cx="3291840" cy="32004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2286000"/>
            <a:ext cx="32918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2651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📝 → 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Text →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4023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4A6"/>
                </a:solidFill>
                <a:latin typeface="Calibri"/>
              </a:defRPr>
            </a:pPr>
            <a:r>
              <a:t>Describe a scene and let AI create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286000"/>
            <a:ext cx="3291840" cy="32004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286000"/>
            <a:ext cx="329184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🎤 → 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Voice →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023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4A6"/>
                </a:solidFill>
                <a:latin typeface="Calibri"/>
              </a:defRPr>
            </a:pPr>
            <a:r>
              <a:t>Narrate and let AI visualize your words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Practical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05A8E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20-second motivational video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05A8E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Nature video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05A8E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Independence Day clip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05A8E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Animal story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05A8E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Educational short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✨  Enhance Your Videos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926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Add AI Voice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Add AI Music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Add AI Captions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5488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A8E"/>
                </a:solidFill>
                <a:latin typeface="Calibri"/>
              </a:defRPr>
            </a:pPr>
            <a:r>
              <a:t>⚠️  Discussion: Deepfakes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394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How can fake AI videos mislead people?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94560"/>
            <a:ext cx="7589520" cy="32004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6888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⚡  Daily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1089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Create a 20–30 second educational AI video</a:t>
            </a:r>
            <a:br/>
            <a:br/>
            <a:r>
              <a:t>Topic: Any subject from your class</a:t>
            </a:r>
            <a:br/>
            <a:r>
              <a:t>Add voice, music, or captions for bonus points!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A47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💻  Build with AI (Coding &amp; Productivity)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AI Coding  •  Web Development  •  School Productivity  •  Build Your Webpage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029200"/>
            <a:ext cx="7589520" cy="1188720"/>
          </a:xfrm>
          <a:prstGeom prst="roundRect">
            <a:avLst>
              <a:gd name="adj" fmla="val 4000"/>
            </a:avLst>
          </a:prstGeom>
          <a:solidFill>
            <a:srgbClr val="2D2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0" y="51206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00"/>
                </a:solidFill>
                <a:latin typeface="Calibri"/>
              </a:defRPr>
            </a:pPr>
            <a:r>
              <a:t>💡  Many students think coding is impossible. This session shows that AI lowers</a:t>
            </a:r>
            <a:br/>
            <a:r>
              <a:t>the barrier — while explaining that understanding code still matters.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1: What is an AI Coding Assistant?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F8A47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AI can write code from simple descriptions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F8A47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You describe WHAT you want, AI writes HOW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F8A47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Still need to understand the basics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F8A47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AI is a tool, not a replacement for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A47"/>
                </a:solidFill>
                <a:latin typeface="Calibri"/>
              </a:defRPr>
            </a:pPr>
            <a:r>
              <a:t>Popular AI Coding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ChatGPT — Code generation &amp; debugging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GitHub Copilot — IDE integration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Google Gemini — Multi-purpose coding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2: Ask AI to Create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201168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201168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Calculator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2286000"/>
            <a:ext cx="201168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97479" y="2286000"/>
            <a:ext cx="20116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79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Quiz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286000"/>
            <a:ext cx="201168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0" y="2286000"/>
            <a:ext cx="201168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Personal Portfolio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2286000"/>
            <a:ext cx="201168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60919" y="2286000"/>
            <a:ext cx="2011680" cy="45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19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School Website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286000"/>
            <a:ext cx="201168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92640" y="2286000"/>
            <a:ext cx="20116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Student Timetable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💡  Show the generated HTML file and explain its basic structure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3: AI for School Productivity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F8A47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Summarize notes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F8A47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Create presentations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F8A47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Generate quizzes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B0BCD4"/>
                </a:solidFill>
                <a:latin typeface="Calibri"/>
              </a:defRPr>
            </a:pPr>
            <a:r>
              <a:rPr sz="1800">
                <a:solidFill>
                  <a:srgbClr val="FF8A47"/>
                </a:solidFill>
                <a:latin typeface="Calibri"/>
              </a:rPr>
              <a:t>●  </a:t>
            </a:r>
            <a:r>
              <a:rPr sz="2000">
                <a:solidFill>
                  <a:srgbClr val="B0BCD4"/>
                </a:solidFill>
                <a:latin typeface="Calibri"/>
              </a:rPr>
              <a:t>Make study 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A47"/>
                </a:solidFill>
                <a:latin typeface="Calibri"/>
              </a:defRPr>
            </a:pPr>
            <a:r>
              <a:t>More Productivity 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Improve English writing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Prepare speeches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Solve doubts (with verification!)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00D4AA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Organize homework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Practical: Build Your Personal Webpage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94560"/>
            <a:ext cx="8503920" cy="393192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2194560"/>
            <a:ext cx="8503920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25603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Every student creates a simple personal webpage with: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2004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👤  Your Name</a:t>
            </a:r>
          </a:p>
          <a:p>
            <a:pPr algn="l">
              <a:spcAft>
                <a:spcPts val="88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🎯  Your Hobbies</a:t>
            </a:r>
          </a:p>
          <a:p>
            <a:pPr algn="l">
              <a:spcAft>
                <a:spcPts val="88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📚  Favorite Subject</a:t>
            </a:r>
          </a:p>
          <a:p>
            <a:pPr algn="l">
              <a:spcAft>
                <a:spcPts val="88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🚀  Future Dream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94560"/>
            <a:ext cx="7589520" cy="32004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6888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⚡  Daily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1089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Build a simple webpage with AI assistance</a:t>
            </a:r>
            <a:br/>
            <a:br/>
            <a:r>
              <a:t>Customize it with your own content</a:t>
            </a:r>
            <a:br/>
            <a:r>
              <a:t>15 minutes — make it yours!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🚀  AI Careers, Ethics &amp;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AI Careers  •  Future of Jobs  •  Responsible AI  •  Final Project Presentations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1: AI Careers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Medicine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21031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7479" y="2377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1031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2377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19" y="21031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60919" y="2377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19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Agriculture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1031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2377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297679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57199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03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79" y="4297679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97479" y="457199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79" y="5303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Programming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4297679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0" y="457199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303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Journalism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19" y="4297679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60919" y="457199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19" y="5303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Law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4297679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92640" y="457199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5303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💡  AI assists professionals — it doesn't replace them entirely.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2: The Future of Jobs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A47"/>
                </a:solidFill>
                <a:latin typeface="Calibri"/>
              </a:defRPr>
            </a:pPr>
            <a:r>
              <a:t>⚠️  Jobs That May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FF8A47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Data Entry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FF8A47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Translation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FF8A47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Customer Support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FF8A47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Basic Graphic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✅  Jobs That Still Need Humans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10B981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Teachers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10B981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Doctors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10B981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Engineers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10B981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Scientists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10B981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Entrepreneurs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10B981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Skilled Designers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10B981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Leaders</a:t>
            </a:r>
          </a:p>
          <a:p>
            <a:pPr algn="l">
              <a:spcAft>
                <a:spcPts val="720"/>
              </a:spcAft>
              <a:defRPr sz="1800" b="0">
                <a:solidFill>
                  <a:srgbClr val="B0BCD4"/>
                </a:solidFill>
                <a:latin typeface="Calibri"/>
              </a:defRPr>
            </a:pPr>
            <a:r>
              <a:rPr sz="1600">
                <a:solidFill>
                  <a:srgbClr val="10B981"/>
                </a:solidFill>
                <a:latin typeface="Calibri"/>
              </a:rPr>
              <a:t>●  </a:t>
            </a:r>
            <a:r>
              <a:rPr sz="1800">
                <a:solidFill>
                  <a:srgbClr val="B0BCD4"/>
                </a:solidFill>
                <a:latin typeface="Calibri"/>
              </a:rPr>
              <a:t>Researchers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AI changes tasks within jobs more often than it eliminates entire professions.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3: Responsible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468880" cy="173736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46888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Fake News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2468880" cy="173736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2103120"/>
            <a:ext cx="2468880" cy="45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Deepfakes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2468880" cy="173736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24688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Plagiarism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103120"/>
            <a:ext cx="2468880" cy="173736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52560" y="2103120"/>
            <a:ext cx="246888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2468880" cy="173736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246888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©️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Copyright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206240"/>
            <a:ext cx="2468880" cy="173736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83280" y="4206240"/>
            <a:ext cx="24688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80" y="4480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Bias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206240"/>
            <a:ext cx="2468880" cy="173736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206240"/>
            <a:ext cx="246888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4480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Hallucinations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4206240"/>
            <a:ext cx="2468880" cy="173736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52560" y="4206240"/>
            <a:ext cx="246888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52560" y="4480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Fact-checking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943600"/>
            <a:ext cx="8503920" cy="73152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11680" y="59893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🌟  Golden Rule: "Use AI to learn, not to replace your own thinking."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Students work individually or in pairs on a topic of their choice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AI-Generated Poster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/>
              </a:defRPr>
            </a:pPr>
            <a:r>
              <a:t>Create a visually appealing poster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1945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2331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30-Second AI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/>
              </a:defRPr>
            </a:pPr>
            <a:r>
              <a:t>Produce a short AI video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945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5-Slide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/>
              </a:defRPr>
            </a:pPr>
            <a:r>
              <a:t>Build an AI-powered presentation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One-Page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0292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/>
              </a:defRPr>
            </a:pPr>
            <a:r>
              <a:t>Write a concise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43891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4526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2-Minute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0292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/>
              </a:defRPr>
            </a:pPr>
            <a:r>
              <a:t>Present to the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Topics: Climate Change  •  Pakistan  •  Robotics  •  Space Exploration  •  or Your Choice!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🛠️  Suggested AI Tools (Student-Friendly)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560320" cy="54864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ChatGPT, Google Gemini, Microsoft Copilot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38528"/>
            <a:ext cx="2560320" cy="54864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Image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9385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ChatGPT, Canva AI, Microsoft Designer, Adobe Express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88336"/>
            <a:ext cx="2560320" cy="54864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Video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8833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Canva AI, CapCut AI, Pika, Kling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38144"/>
            <a:ext cx="2560320" cy="54864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Presentations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43814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Gamma, Canva, Google Slides with Gemini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87952"/>
            <a:ext cx="2560320" cy="54864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1879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Perplexity, NotebookLM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59"/>
            <a:ext cx="2560320" cy="548640"/>
          </a:xfrm>
          <a:prstGeom prst="roundRect">
            <a:avLst>
              <a:gd name="adj" fmla="val 4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93775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ChatGPT, GitHub Copilot (demo), Google Gemini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87568"/>
            <a:ext cx="2560320" cy="54864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Writing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6875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Grammarly, ChatGPT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⚡  Daily Challenges (15 minutes each)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" cy="86868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344168"/>
            <a:ext cx="109728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Write the best prompt to explain a difficult school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73152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2395728"/>
            <a:ext cx="109728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23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Design a school event poster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39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291839"/>
            <a:ext cx="73152" cy="86868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3447287"/>
            <a:ext cx="109728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47471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Create a 20–30 second educational AI video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73152" cy="86868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4498848"/>
            <a:ext cx="109728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262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Build a simple webpage with AI assistance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94959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5394959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" y="5550407"/>
            <a:ext cx="109728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57783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Present a complete AI-powered mini project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32004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3017520" cy="73152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18320" y="0"/>
            <a:ext cx="2773375" cy="73152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Calibri"/>
              </a:defRPr>
            </a:pPr>
            <a:r>
              <a:t>🤖  🎨  🎬  💻  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AA"/>
                </a:solidFill>
                <a:latin typeface="Calibri"/>
              </a:defRPr>
            </a:pPr>
            <a:r>
              <a:t>AI for Students: Create, Learn &amp; Build with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828800" y="5029200"/>
            <a:ext cx="8503920" cy="9144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51206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Calibri"/>
              </a:defRPr>
            </a:pPr>
            <a:r>
              <a:t>🌟  "Use AI to learn, not to replace your own thinking."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1630</Words>
  <Application>Microsoft Office PowerPoint</Application>
  <PresentationFormat>Widescreen</PresentationFormat>
  <Paragraphs>368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rehman ahmad</cp:lastModifiedBy>
  <cp:revision>2</cp:revision>
  <dcterms:created xsi:type="dcterms:W3CDTF">2013-01-27T09:14:16Z</dcterms:created>
  <dcterms:modified xsi:type="dcterms:W3CDTF">2026-07-27T03:03:41Z</dcterms:modified>
  <cp:category/>
</cp:coreProperties>
</file>